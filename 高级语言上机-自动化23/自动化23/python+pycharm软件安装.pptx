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6" r:id="rId2"/>
    <p:sldId id="445" r:id="rId3"/>
    <p:sldId id="330" r:id="rId4"/>
    <p:sldId id="337" r:id="rId5"/>
    <p:sldId id="338" r:id="rId6"/>
    <p:sldId id="339" r:id="rId7"/>
    <p:sldId id="346" r:id="rId8"/>
    <p:sldId id="347" r:id="rId9"/>
    <p:sldId id="348" r:id="rId10"/>
    <p:sldId id="349" r:id="rId11"/>
    <p:sldId id="355" r:id="rId12"/>
    <p:sldId id="356" r:id="rId13"/>
    <p:sldId id="357" r:id="rId14"/>
    <p:sldId id="358" r:id="rId15"/>
    <p:sldId id="359" r:id="rId16"/>
    <p:sldId id="360" r:id="rId17"/>
    <p:sldId id="361" r:id="rId18"/>
    <p:sldId id="362" r:id="rId19"/>
    <p:sldId id="363" r:id="rId20"/>
    <p:sldId id="364" r:id="rId21"/>
    <p:sldId id="365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02" y="4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270A4F-16B1-444C-A3D2-C3FCF62A0B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29687D0-0285-427C-83F1-97547A947B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8DB4AE-300F-43EB-AE31-04B1A3094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AB6C2-819A-4FF7-9299-BBCC03A9A251}" type="datetimeFigureOut">
              <a:rPr lang="zh-CN" altLang="en-US" smtClean="0"/>
              <a:t>2024/12/30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32D13D-596B-4682-99E8-52BC22208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C3E7EC-85FC-45D6-B9B9-C3AB25A48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1F93B-14BD-4ECA-8B9C-05AF8073B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6608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23D2CF-75FF-4A1B-AA13-BD2B2EF00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72A5BE-1D17-4453-A57D-13BD450219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27BC27-5E9F-4193-BA72-1E66A11B5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AB6C2-819A-4FF7-9299-BBCC03A9A251}" type="datetimeFigureOut">
              <a:rPr lang="zh-CN" altLang="en-US" smtClean="0"/>
              <a:t>2024/12/30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069C8F-F204-4D7D-AF7D-C7D57B7BF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865ED6-B48F-4962-BC22-868F7E78E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1F93B-14BD-4ECA-8B9C-05AF8073B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6100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0F867E-74D8-4F3D-B51B-0BDDFFA2D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82E7FC9-9B00-4BFA-B24E-C2FB88FADA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B52E62-3379-4B31-B235-0CAD44715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AB6C2-819A-4FF7-9299-BBCC03A9A251}" type="datetimeFigureOut">
              <a:rPr lang="zh-CN" altLang="en-US" smtClean="0"/>
              <a:t>2024/12/30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9446BC-6B4A-4522-AABC-366CCCE81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4495B8-744B-48B2-9C9E-1DBFA624F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1F93B-14BD-4ECA-8B9C-05AF8073B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840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E1ED13-C91B-4605-BD9E-11810FB32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F2A6C9-AAA4-44B4-8843-7BB1726ACA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2BFFEE9-AAA3-4306-83CA-4ED0068EE7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F993DEF-D868-484F-80CF-29275FC61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AB6C2-819A-4FF7-9299-BBCC03A9A251}" type="datetimeFigureOut">
              <a:rPr lang="zh-CN" altLang="en-US" smtClean="0"/>
              <a:t>2024/12/30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F50AC20-F2AF-4BAF-891A-934465894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0EC5594-7FDB-4A9D-8FBF-85FFFD613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1F93B-14BD-4ECA-8B9C-05AF8073B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104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7CB1B8-FA48-4F9A-AD74-FF9F2153A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DEAED68-1ECA-4961-ADCD-B50A1600A7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83781C4-720E-4468-ACC0-7CE9DA3A3F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AF8B04F-CAE4-4561-B3A4-CAF7C92D7C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17B0485-6186-4932-9F5C-02DDCFB34B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222EC6E-1A03-4561-A8D7-0814ACBC1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AB6C2-819A-4FF7-9299-BBCC03A9A251}" type="datetimeFigureOut">
              <a:rPr lang="zh-CN" altLang="en-US" smtClean="0"/>
              <a:t>2024/12/30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943390C-F9C5-4EF9-B203-F165A6B60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C7A7711-DA19-4130-8E36-E4361CF78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1F93B-14BD-4ECA-8B9C-05AF8073B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3000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1B77E8-0843-496C-A488-6B528BB82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09223AC-4E81-4959-AD3E-639DAEBE0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AB6C2-819A-4FF7-9299-BBCC03A9A251}" type="datetimeFigureOut">
              <a:rPr lang="zh-CN" altLang="en-US" smtClean="0"/>
              <a:t>2024/12/30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ECED433-A3C2-424B-B2E8-0AF3B2ADB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EF1FC5E-C681-41F3-BA60-1863022A0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1F93B-14BD-4ECA-8B9C-05AF8073B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7288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A68D496-30E7-48F7-AB13-4A92CD140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AB6C2-819A-4FF7-9299-BBCC03A9A251}" type="datetimeFigureOut">
              <a:rPr lang="zh-CN" altLang="en-US" smtClean="0"/>
              <a:t>2024/12/30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ECE870C-9A47-44FA-BAB1-53EE53872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64E2C4-3E8B-473A-96C1-B6A820A7D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1F93B-14BD-4ECA-8B9C-05AF8073B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3077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D51C9E-EA8B-4D07-8765-26580FED8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1662B4-EC0E-421B-8639-B8E55470D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0F8114A-234A-41D2-A518-CC9661FBCC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D192773-788E-4693-9210-9B1A21292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AB6C2-819A-4FF7-9299-BBCC03A9A251}" type="datetimeFigureOut">
              <a:rPr lang="zh-CN" altLang="en-US" smtClean="0"/>
              <a:t>2024/12/30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9D46C19-83DF-4A3A-A452-A8D23A226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92CA1E-24DA-4B1B-AB44-0AED99721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1F93B-14BD-4ECA-8B9C-05AF8073B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7593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DDA4A1-9326-4EE8-914C-4175EE00F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8EC2C2E-C07A-4798-8FB2-35DD5BF4CD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5D6A1B9-5A76-4AC9-BE11-2F1E20F229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2B19C1D-3061-458E-955B-BD08202A3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AB6C2-819A-4FF7-9299-BBCC03A9A251}" type="datetimeFigureOut">
              <a:rPr lang="zh-CN" altLang="en-US" smtClean="0"/>
              <a:t>2024/12/30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4DF532-CA15-4947-A972-5F595B4F2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9B360C-ABFF-4CCD-80E8-C35E039F8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1F93B-14BD-4ECA-8B9C-05AF8073B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7840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B4AEBE-F9B3-41A4-85A6-572510246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B1A5E30-65F5-4733-97D1-DB32CECDF5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0DF573-6974-4939-AE1B-0753C8507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AB6C2-819A-4FF7-9299-BBCC03A9A251}" type="datetimeFigureOut">
              <a:rPr lang="zh-CN" altLang="en-US" smtClean="0"/>
              <a:t>2024/12/30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670EF8-DC53-4A89-B0D5-58B094683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B24C89-BEBD-4331-9F9F-84CB7BBF8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1F93B-14BD-4ECA-8B9C-05AF8073B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129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94D6C81-DD5D-4926-B8CA-1AABDA1533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E4F57DE-4ACA-4A2F-9F7A-394430E60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9701CC-6FAF-4D42-A577-004436BE6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AB6C2-819A-4FF7-9299-BBCC03A9A251}" type="datetimeFigureOut">
              <a:rPr lang="zh-CN" altLang="en-US" smtClean="0"/>
              <a:t>2024/12/30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DC7C87-6422-417A-A44C-E0B54EBE8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43868D-4CF3-46B2-9FCA-DDDA538A1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1F93B-14BD-4ECA-8B9C-05AF8073B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04841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D7636-5BE1-44BC-BB5F-15739D9E18E1}" type="datetimeFigureOut">
              <a:rPr lang="zh-CN" altLang="en-US" smtClean="0"/>
              <a:t>2024/12/30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0E1D-24C4-406F-9615-DBDA8D2D1F93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-1" y="-2439"/>
            <a:ext cx="12194383" cy="718411"/>
            <a:chOff x="-1" y="190175"/>
            <a:chExt cx="9145786" cy="525795"/>
          </a:xfrm>
        </p:grpSpPr>
        <p:sp>
          <p:nvSpPr>
            <p:cNvPr id="7" name="任意多边形 4"/>
            <p:cNvSpPr/>
            <p:nvPr/>
          </p:nvSpPr>
          <p:spPr>
            <a:xfrm>
              <a:off x="1" y="190175"/>
              <a:ext cx="9143999" cy="490975"/>
            </a:xfrm>
            <a:custGeom>
              <a:avLst/>
              <a:gdLst>
                <a:gd name="connsiteX0" fmla="*/ 0 w 12191999"/>
                <a:gd name="connsiteY0" fmla="*/ 0 h 647700"/>
                <a:gd name="connsiteX1" fmla="*/ 12191999 w 12191999"/>
                <a:gd name="connsiteY1" fmla="*/ 0 h 647700"/>
                <a:gd name="connsiteX2" fmla="*/ 12191999 w 12191999"/>
                <a:gd name="connsiteY2" fmla="*/ 4171 h 647700"/>
                <a:gd name="connsiteX3" fmla="*/ 8600846 w 12191999"/>
                <a:gd name="connsiteY3" fmla="*/ 4171 h 647700"/>
                <a:gd name="connsiteX4" fmla="*/ 8223451 w 12191999"/>
                <a:gd name="connsiteY4" fmla="*/ 647700 h 647700"/>
                <a:gd name="connsiteX5" fmla="*/ 0 w 12191999"/>
                <a:gd name="connsiteY5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1999" h="647700">
                  <a:moveTo>
                    <a:pt x="0" y="0"/>
                  </a:moveTo>
                  <a:lnTo>
                    <a:pt x="12191999" y="0"/>
                  </a:lnTo>
                  <a:lnTo>
                    <a:pt x="12191999" y="4171"/>
                  </a:lnTo>
                  <a:lnTo>
                    <a:pt x="8600846" y="4171"/>
                  </a:lnTo>
                  <a:lnTo>
                    <a:pt x="8223451" y="647700"/>
                  </a:lnTo>
                  <a:lnTo>
                    <a:pt x="0" y="647700"/>
                  </a:lnTo>
                  <a:close/>
                </a:path>
              </a:pathLst>
            </a:custGeom>
            <a:solidFill>
              <a:srgbClr val="3D89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  <p:sp>
          <p:nvSpPr>
            <p:cNvPr id="8" name="任意多边形 5"/>
            <p:cNvSpPr/>
            <p:nvPr/>
          </p:nvSpPr>
          <p:spPr>
            <a:xfrm>
              <a:off x="-1" y="191961"/>
              <a:ext cx="9144000" cy="524009"/>
            </a:xfrm>
            <a:custGeom>
              <a:avLst/>
              <a:gdLst>
                <a:gd name="connsiteX0" fmla="*/ 8649011 w 12192000"/>
                <a:gd name="connsiteY0" fmla="*/ 0 h 698678"/>
                <a:gd name="connsiteX1" fmla="*/ 12192000 w 12192000"/>
                <a:gd name="connsiteY1" fmla="*/ 0 h 698678"/>
                <a:gd name="connsiteX2" fmla="*/ 12192000 w 12192000"/>
                <a:gd name="connsiteY2" fmla="*/ 45719 h 698678"/>
                <a:gd name="connsiteX3" fmla="*/ 8689612 w 12192000"/>
                <a:gd name="connsiteY3" fmla="*/ 45719 h 698678"/>
                <a:gd name="connsiteX4" fmla="*/ 8309954 w 12192000"/>
                <a:gd name="connsiteY4" fmla="*/ 698678 h 698678"/>
                <a:gd name="connsiteX5" fmla="*/ 8149486 w 12192000"/>
                <a:gd name="connsiteY5" fmla="*/ 698678 h 698678"/>
                <a:gd name="connsiteX6" fmla="*/ 8149901 w 12192000"/>
                <a:gd name="connsiteY6" fmla="*/ 697970 h 698678"/>
                <a:gd name="connsiteX7" fmla="*/ 0 w 12192000"/>
                <a:gd name="connsiteY7" fmla="*/ 697970 h 698678"/>
                <a:gd name="connsiteX8" fmla="*/ 0 w 12192000"/>
                <a:gd name="connsiteY8" fmla="*/ 652251 h 698678"/>
                <a:gd name="connsiteX9" fmla="*/ 8176713 w 12192000"/>
                <a:gd name="connsiteY9" fmla="*/ 652251 h 698678"/>
                <a:gd name="connsiteX10" fmla="*/ 8557764 w 12192000"/>
                <a:gd name="connsiteY10" fmla="*/ 2487 h 698678"/>
                <a:gd name="connsiteX11" fmla="*/ 8649011 w 12192000"/>
                <a:gd name="connsiteY11" fmla="*/ 2487 h 698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698678">
                  <a:moveTo>
                    <a:pt x="8649011" y="0"/>
                  </a:moveTo>
                  <a:lnTo>
                    <a:pt x="12192000" y="0"/>
                  </a:lnTo>
                  <a:lnTo>
                    <a:pt x="12192000" y="45719"/>
                  </a:lnTo>
                  <a:lnTo>
                    <a:pt x="8689612" y="45719"/>
                  </a:lnTo>
                  <a:lnTo>
                    <a:pt x="8309954" y="698678"/>
                  </a:lnTo>
                  <a:lnTo>
                    <a:pt x="8149486" y="698678"/>
                  </a:lnTo>
                  <a:lnTo>
                    <a:pt x="8149901" y="697970"/>
                  </a:lnTo>
                  <a:lnTo>
                    <a:pt x="0" y="697970"/>
                  </a:lnTo>
                  <a:lnTo>
                    <a:pt x="0" y="652251"/>
                  </a:lnTo>
                  <a:lnTo>
                    <a:pt x="8176713" y="652251"/>
                  </a:lnTo>
                  <a:lnTo>
                    <a:pt x="8557764" y="2487"/>
                  </a:lnTo>
                  <a:lnTo>
                    <a:pt x="8649011" y="2487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  <p:sp>
          <p:nvSpPr>
            <p:cNvPr id="9" name="任意多边形 6"/>
            <p:cNvSpPr/>
            <p:nvPr/>
          </p:nvSpPr>
          <p:spPr>
            <a:xfrm>
              <a:off x="6231369" y="228409"/>
              <a:ext cx="2914416" cy="485775"/>
            </a:xfrm>
            <a:custGeom>
              <a:avLst/>
              <a:gdLst>
                <a:gd name="connsiteX0" fmla="*/ 379841 w 3885888"/>
                <a:gd name="connsiteY0" fmla="*/ 0 h 647700"/>
                <a:gd name="connsiteX1" fmla="*/ 3885888 w 3885888"/>
                <a:gd name="connsiteY1" fmla="*/ 0 h 647700"/>
                <a:gd name="connsiteX2" fmla="*/ 3885888 w 3885888"/>
                <a:gd name="connsiteY2" fmla="*/ 647700 h 647700"/>
                <a:gd name="connsiteX3" fmla="*/ 0 w 3885888"/>
                <a:gd name="connsiteY3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5888" h="647700">
                  <a:moveTo>
                    <a:pt x="379841" y="0"/>
                  </a:moveTo>
                  <a:lnTo>
                    <a:pt x="3885888" y="0"/>
                  </a:lnTo>
                  <a:lnTo>
                    <a:pt x="3885888" y="647700"/>
                  </a:lnTo>
                  <a:lnTo>
                    <a:pt x="0" y="647700"/>
                  </a:lnTo>
                  <a:close/>
                </a:path>
              </a:pathLst>
            </a:custGeom>
            <a:solidFill>
              <a:srgbClr val="3D89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</p:grpSp>
      <p:sp>
        <p:nvSpPr>
          <p:cNvPr id="11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522818" y="948744"/>
            <a:ext cx="9459383" cy="544391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3" name="内容占位符 12"/>
          <p:cNvSpPr>
            <a:spLocks noGrp="1"/>
          </p:cNvSpPr>
          <p:nvPr>
            <p:ph sz="quarter" idx="14" hasCustomPrompt="1"/>
          </p:nvPr>
        </p:nvSpPr>
        <p:spPr>
          <a:xfrm>
            <a:off x="838200" y="1863725"/>
            <a:ext cx="10515600" cy="40449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4" name="矩形 13"/>
          <p:cNvSpPr/>
          <p:nvPr userDrawn="1"/>
        </p:nvSpPr>
        <p:spPr>
          <a:xfrm>
            <a:off x="0" y="6123216"/>
            <a:ext cx="12192000" cy="54614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>
              <a:solidFill>
                <a:prstClr val="white"/>
              </a:solidFill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0" y="6669360"/>
            <a:ext cx="12192000" cy="188640"/>
          </a:xfrm>
          <a:prstGeom prst="rect">
            <a:avLst/>
          </a:prstGeom>
          <a:solidFill>
            <a:srgbClr val="3D89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prstClr val="white"/>
              </a:solidFill>
            </a:endParaRPr>
          </a:p>
        </p:txBody>
      </p:sp>
      <p:sp>
        <p:nvSpPr>
          <p:cNvPr id="10" name="内容占位符 9"/>
          <p:cNvSpPr>
            <a:spLocks noGrp="1"/>
          </p:cNvSpPr>
          <p:nvPr>
            <p:ph sz="quarter" idx="15" hasCustomPrompt="1"/>
          </p:nvPr>
        </p:nvSpPr>
        <p:spPr>
          <a:xfrm>
            <a:off x="838201" y="204166"/>
            <a:ext cx="4976284" cy="571500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9676436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D7636-5BE1-44BC-BB5F-15739D9E18E1}" type="datetimeFigureOut">
              <a:rPr lang="zh-CN" altLang="en-US" smtClean="0"/>
              <a:t>2024/12/30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0E1D-24C4-406F-9615-DBDA8D2D1F93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-1" y="-2439"/>
            <a:ext cx="12194383" cy="718411"/>
            <a:chOff x="-1" y="190175"/>
            <a:chExt cx="9145786" cy="525795"/>
          </a:xfrm>
        </p:grpSpPr>
        <p:sp>
          <p:nvSpPr>
            <p:cNvPr id="7" name="任意多边形 4"/>
            <p:cNvSpPr/>
            <p:nvPr/>
          </p:nvSpPr>
          <p:spPr>
            <a:xfrm>
              <a:off x="1" y="190175"/>
              <a:ext cx="9143999" cy="490975"/>
            </a:xfrm>
            <a:custGeom>
              <a:avLst/>
              <a:gdLst>
                <a:gd name="connsiteX0" fmla="*/ 0 w 12191999"/>
                <a:gd name="connsiteY0" fmla="*/ 0 h 647700"/>
                <a:gd name="connsiteX1" fmla="*/ 12191999 w 12191999"/>
                <a:gd name="connsiteY1" fmla="*/ 0 h 647700"/>
                <a:gd name="connsiteX2" fmla="*/ 12191999 w 12191999"/>
                <a:gd name="connsiteY2" fmla="*/ 4171 h 647700"/>
                <a:gd name="connsiteX3" fmla="*/ 8600846 w 12191999"/>
                <a:gd name="connsiteY3" fmla="*/ 4171 h 647700"/>
                <a:gd name="connsiteX4" fmla="*/ 8223451 w 12191999"/>
                <a:gd name="connsiteY4" fmla="*/ 647700 h 647700"/>
                <a:gd name="connsiteX5" fmla="*/ 0 w 12191999"/>
                <a:gd name="connsiteY5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1999" h="647700">
                  <a:moveTo>
                    <a:pt x="0" y="0"/>
                  </a:moveTo>
                  <a:lnTo>
                    <a:pt x="12191999" y="0"/>
                  </a:lnTo>
                  <a:lnTo>
                    <a:pt x="12191999" y="4171"/>
                  </a:lnTo>
                  <a:lnTo>
                    <a:pt x="8600846" y="4171"/>
                  </a:lnTo>
                  <a:lnTo>
                    <a:pt x="8223451" y="647700"/>
                  </a:lnTo>
                  <a:lnTo>
                    <a:pt x="0" y="647700"/>
                  </a:lnTo>
                  <a:close/>
                </a:path>
              </a:pathLst>
            </a:custGeom>
            <a:solidFill>
              <a:srgbClr val="3D89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  <p:sp>
          <p:nvSpPr>
            <p:cNvPr id="8" name="任意多边形 5"/>
            <p:cNvSpPr/>
            <p:nvPr/>
          </p:nvSpPr>
          <p:spPr>
            <a:xfrm>
              <a:off x="-1" y="191961"/>
              <a:ext cx="9144000" cy="524009"/>
            </a:xfrm>
            <a:custGeom>
              <a:avLst/>
              <a:gdLst>
                <a:gd name="connsiteX0" fmla="*/ 8649011 w 12192000"/>
                <a:gd name="connsiteY0" fmla="*/ 0 h 698678"/>
                <a:gd name="connsiteX1" fmla="*/ 12192000 w 12192000"/>
                <a:gd name="connsiteY1" fmla="*/ 0 h 698678"/>
                <a:gd name="connsiteX2" fmla="*/ 12192000 w 12192000"/>
                <a:gd name="connsiteY2" fmla="*/ 45719 h 698678"/>
                <a:gd name="connsiteX3" fmla="*/ 8689612 w 12192000"/>
                <a:gd name="connsiteY3" fmla="*/ 45719 h 698678"/>
                <a:gd name="connsiteX4" fmla="*/ 8309954 w 12192000"/>
                <a:gd name="connsiteY4" fmla="*/ 698678 h 698678"/>
                <a:gd name="connsiteX5" fmla="*/ 8149486 w 12192000"/>
                <a:gd name="connsiteY5" fmla="*/ 698678 h 698678"/>
                <a:gd name="connsiteX6" fmla="*/ 8149901 w 12192000"/>
                <a:gd name="connsiteY6" fmla="*/ 697970 h 698678"/>
                <a:gd name="connsiteX7" fmla="*/ 0 w 12192000"/>
                <a:gd name="connsiteY7" fmla="*/ 697970 h 698678"/>
                <a:gd name="connsiteX8" fmla="*/ 0 w 12192000"/>
                <a:gd name="connsiteY8" fmla="*/ 652251 h 698678"/>
                <a:gd name="connsiteX9" fmla="*/ 8176713 w 12192000"/>
                <a:gd name="connsiteY9" fmla="*/ 652251 h 698678"/>
                <a:gd name="connsiteX10" fmla="*/ 8557764 w 12192000"/>
                <a:gd name="connsiteY10" fmla="*/ 2487 h 698678"/>
                <a:gd name="connsiteX11" fmla="*/ 8649011 w 12192000"/>
                <a:gd name="connsiteY11" fmla="*/ 2487 h 698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698678">
                  <a:moveTo>
                    <a:pt x="8649011" y="0"/>
                  </a:moveTo>
                  <a:lnTo>
                    <a:pt x="12192000" y="0"/>
                  </a:lnTo>
                  <a:lnTo>
                    <a:pt x="12192000" y="45719"/>
                  </a:lnTo>
                  <a:lnTo>
                    <a:pt x="8689612" y="45719"/>
                  </a:lnTo>
                  <a:lnTo>
                    <a:pt x="8309954" y="698678"/>
                  </a:lnTo>
                  <a:lnTo>
                    <a:pt x="8149486" y="698678"/>
                  </a:lnTo>
                  <a:lnTo>
                    <a:pt x="8149901" y="697970"/>
                  </a:lnTo>
                  <a:lnTo>
                    <a:pt x="0" y="697970"/>
                  </a:lnTo>
                  <a:lnTo>
                    <a:pt x="0" y="652251"/>
                  </a:lnTo>
                  <a:lnTo>
                    <a:pt x="8176713" y="652251"/>
                  </a:lnTo>
                  <a:lnTo>
                    <a:pt x="8557764" y="2487"/>
                  </a:lnTo>
                  <a:lnTo>
                    <a:pt x="8649011" y="2487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  <p:sp>
          <p:nvSpPr>
            <p:cNvPr id="9" name="任意多边形 6"/>
            <p:cNvSpPr/>
            <p:nvPr/>
          </p:nvSpPr>
          <p:spPr>
            <a:xfrm>
              <a:off x="6231369" y="228409"/>
              <a:ext cx="2914416" cy="485775"/>
            </a:xfrm>
            <a:custGeom>
              <a:avLst/>
              <a:gdLst>
                <a:gd name="connsiteX0" fmla="*/ 379841 w 3885888"/>
                <a:gd name="connsiteY0" fmla="*/ 0 h 647700"/>
                <a:gd name="connsiteX1" fmla="*/ 3885888 w 3885888"/>
                <a:gd name="connsiteY1" fmla="*/ 0 h 647700"/>
                <a:gd name="connsiteX2" fmla="*/ 3885888 w 3885888"/>
                <a:gd name="connsiteY2" fmla="*/ 647700 h 647700"/>
                <a:gd name="connsiteX3" fmla="*/ 0 w 3885888"/>
                <a:gd name="connsiteY3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5888" h="647700">
                  <a:moveTo>
                    <a:pt x="379841" y="0"/>
                  </a:moveTo>
                  <a:lnTo>
                    <a:pt x="3885888" y="0"/>
                  </a:lnTo>
                  <a:lnTo>
                    <a:pt x="3885888" y="647700"/>
                  </a:lnTo>
                  <a:lnTo>
                    <a:pt x="0" y="647700"/>
                  </a:lnTo>
                  <a:close/>
                </a:path>
              </a:pathLst>
            </a:custGeom>
            <a:solidFill>
              <a:srgbClr val="3D89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</p:grpSp>
      <p:sp>
        <p:nvSpPr>
          <p:cNvPr id="11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522818" y="948744"/>
            <a:ext cx="9459383" cy="544391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3" name="内容占位符 12"/>
          <p:cNvSpPr>
            <a:spLocks noGrp="1"/>
          </p:cNvSpPr>
          <p:nvPr>
            <p:ph sz="quarter" idx="14" hasCustomPrompt="1"/>
          </p:nvPr>
        </p:nvSpPr>
        <p:spPr>
          <a:xfrm>
            <a:off x="838200" y="1863725"/>
            <a:ext cx="10515600" cy="40449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4" name="矩形 13"/>
          <p:cNvSpPr/>
          <p:nvPr userDrawn="1"/>
        </p:nvSpPr>
        <p:spPr>
          <a:xfrm>
            <a:off x="0" y="6123216"/>
            <a:ext cx="12192000" cy="54614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>
              <a:solidFill>
                <a:prstClr val="white"/>
              </a:solidFill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0" y="6669360"/>
            <a:ext cx="12192000" cy="188640"/>
          </a:xfrm>
          <a:prstGeom prst="rect">
            <a:avLst/>
          </a:prstGeom>
          <a:solidFill>
            <a:srgbClr val="3D89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prstClr val="white"/>
              </a:solidFill>
            </a:endParaRPr>
          </a:p>
        </p:txBody>
      </p:sp>
      <p:sp>
        <p:nvSpPr>
          <p:cNvPr id="10" name="内容占位符 9"/>
          <p:cNvSpPr>
            <a:spLocks noGrp="1"/>
          </p:cNvSpPr>
          <p:nvPr>
            <p:ph sz="quarter" idx="15" hasCustomPrompt="1"/>
          </p:nvPr>
        </p:nvSpPr>
        <p:spPr>
          <a:xfrm>
            <a:off x="838201" y="204166"/>
            <a:ext cx="4976284" cy="571500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7812660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D7636-5BE1-44BC-BB5F-15739D9E18E1}" type="datetimeFigureOut">
              <a:rPr lang="zh-CN" altLang="en-US" smtClean="0"/>
              <a:t>2024/12/30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0E1D-24C4-406F-9615-DBDA8D2D1F93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-1" y="-2439"/>
            <a:ext cx="12194383" cy="718411"/>
            <a:chOff x="-1" y="190175"/>
            <a:chExt cx="9145786" cy="525795"/>
          </a:xfrm>
        </p:grpSpPr>
        <p:sp>
          <p:nvSpPr>
            <p:cNvPr id="7" name="任意多边形 4"/>
            <p:cNvSpPr/>
            <p:nvPr/>
          </p:nvSpPr>
          <p:spPr>
            <a:xfrm>
              <a:off x="1" y="190175"/>
              <a:ext cx="9143999" cy="490975"/>
            </a:xfrm>
            <a:custGeom>
              <a:avLst/>
              <a:gdLst>
                <a:gd name="connsiteX0" fmla="*/ 0 w 12191999"/>
                <a:gd name="connsiteY0" fmla="*/ 0 h 647700"/>
                <a:gd name="connsiteX1" fmla="*/ 12191999 w 12191999"/>
                <a:gd name="connsiteY1" fmla="*/ 0 h 647700"/>
                <a:gd name="connsiteX2" fmla="*/ 12191999 w 12191999"/>
                <a:gd name="connsiteY2" fmla="*/ 4171 h 647700"/>
                <a:gd name="connsiteX3" fmla="*/ 8600846 w 12191999"/>
                <a:gd name="connsiteY3" fmla="*/ 4171 h 647700"/>
                <a:gd name="connsiteX4" fmla="*/ 8223451 w 12191999"/>
                <a:gd name="connsiteY4" fmla="*/ 647700 h 647700"/>
                <a:gd name="connsiteX5" fmla="*/ 0 w 12191999"/>
                <a:gd name="connsiteY5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1999" h="647700">
                  <a:moveTo>
                    <a:pt x="0" y="0"/>
                  </a:moveTo>
                  <a:lnTo>
                    <a:pt x="12191999" y="0"/>
                  </a:lnTo>
                  <a:lnTo>
                    <a:pt x="12191999" y="4171"/>
                  </a:lnTo>
                  <a:lnTo>
                    <a:pt x="8600846" y="4171"/>
                  </a:lnTo>
                  <a:lnTo>
                    <a:pt x="8223451" y="647700"/>
                  </a:lnTo>
                  <a:lnTo>
                    <a:pt x="0" y="647700"/>
                  </a:lnTo>
                  <a:close/>
                </a:path>
              </a:pathLst>
            </a:custGeom>
            <a:solidFill>
              <a:srgbClr val="3D89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  <p:sp>
          <p:nvSpPr>
            <p:cNvPr id="8" name="任意多边形 5"/>
            <p:cNvSpPr/>
            <p:nvPr/>
          </p:nvSpPr>
          <p:spPr>
            <a:xfrm>
              <a:off x="-1" y="191961"/>
              <a:ext cx="9144000" cy="524009"/>
            </a:xfrm>
            <a:custGeom>
              <a:avLst/>
              <a:gdLst>
                <a:gd name="connsiteX0" fmla="*/ 8649011 w 12192000"/>
                <a:gd name="connsiteY0" fmla="*/ 0 h 698678"/>
                <a:gd name="connsiteX1" fmla="*/ 12192000 w 12192000"/>
                <a:gd name="connsiteY1" fmla="*/ 0 h 698678"/>
                <a:gd name="connsiteX2" fmla="*/ 12192000 w 12192000"/>
                <a:gd name="connsiteY2" fmla="*/ 45719 h 698678"/>
                <a:gd name="connsiteX3" fmla="*/ 8689612 w 12192000"/>
                <a:gd name="connsiteY3" fmla="*/ 45719 h 698678"/>
                <a:gd name="connsiteX4" fmla="*/ 8309954 w 12192000"/>
                <a:gd name="connsiteY4" fmla="*/ 698678 h 698678"/>
                <a:gd name="connsiteX5" fmla="*/ 8149486 w 12192000"/>
                <a:gd name="connsiteY5" fmla="*/ 698678 h 698678"/>
                <a:gd name="connsiteX6" fmla="*/ 8149901 w 12192000"/>
                <a:gd name="connsiteY6" fmla="*/ 697970 h 698678"/>
                <a:gd name="connsiteX7" fmla="*/ 0 w 12192000"/>
                <a:gd name="connsiteY7" fmla="*/ 697970 h 698678"/>
                <a:gd name="connsiteX8" fmla="*/ 0 w 12192000"/>
                <a:gd name="connsiteY8" fmla="*/ 652251 h 698678"/>
                <a:gd name="connsiteX9" fmla="*/ 8176713 w 12192000"/>
                <a:gd name="connsiteY9" fmla="*/ 652251 h 698678"/>
                <a:gd name="connsiteX10" fmla="*/ 8557764 w 12192000"/>
                <a:gd name="connsiteY10" fmla="*/ 2487 h 698678"/>
                <a:gd name="connsiteX11" fmla="*/ 8649011 w 12192000"/>
                <a:gd name="connsiteY11" fmla="*/ 2487 h 698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698678">
                  <a:moveTo>
                    <a:pt x="8649011" y="0"/>
                  </a:moveTo>
                  <a:lnTo>
                    <a:pt x="12192000" y="0"/>
                  </a:lnTo>
                  <a:lnTo>
                    <a:pt x="12192000" y="45719"/>
                  </a:lnTo>
                  <a:lnTo>
                    <a:pt x="8689612" y="45719"/>
                  </a:lnTo>
                  <a:lnTo>
                    <a:pt x="8309954" y="698678"/>
                  </a:lnTo>
                  <a:lnTo>
                    <a:pt x="8149486" y="698678"/>
                  </a:lnTo>
                  <a:lnTo>
                    <a:pt x="8149901" y="697970"/>
                  </a:lnTo>
                  <a:lnTo>
                    <a:pt x="0" y="697970"/>
                  </a:lnTo>
                  <a:lnTo>
                    <a:pt x="0" y="652251"/>
                  </a:lnTo>
                  <a:lnTo>
                    <a:pt x="8176713" y="652251"/>
                  </a:lnTo>
                  <a:lnTo>
                    <a:pt x="8557764" y="2487"/>
                  </a:lnTo>
                  <a:lnTo>
                    <a:pt x="8649011" y="2487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  <p:sp>
          <p:nvSpPr>
            <p:cNvPr id="9" name="任意多边形 6"/>
            <p:cNvSpPr/>
            <p:nvPr/>
          </p:nvSpPr>
          <p:spPr>
            <a:xfrm>
              <a:off x="6231369" y="228409"/>
              <a:ext cx="2914416" cy="485775"/>
            </a:xfrm>
            <a:custGeom>
              <a:avLst/>
              <a:gdLst>
                <a:gd name="connsiteX0" fmla="*/ 379841 w 3885888"/>
                <a:gd name="connsiteY0" fmla="*/ 0 h 647700"/>
                <a:gd name="connsiteX1" fmla="*/ 3885888 w 3885888"/>
                <a:gd name="connsiteY1" fmla="*/ 0 h 647700"/>
                <a:gd name="connsiteX2" fmla="*/ 3885888 w 3885888"/>
                <a:gd name="connsiteY2" fmla="*/ 647700 h 647700"/>
                <a:gd name="connsiteX3" fmla="*/ 0 w 3885888"/>
                <a:gd name="connsiteY3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5888" h="647700">
                  <a:moveTo>
                    <a:pt x="379841" y="0"/>
                  </a:moveTo>
                  <a:lnTo>
                    <a:pt x="3885888" y="0"/>
                  </a:lnTo>
                  <a:lnTo>
                    <a:pt x="3885888" y="647700"/>
                  </a:lnTo>
                  <a:lnTo>
                    <a:pt x="0" y="647700"/>
                  </a:lnTo>
                  <a:close/>
                </a:path>
              </a:pathLst>
            </a:custGeom>
            <a:solidFill>
              <a:srgbClr val="3D89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</p:grpSp>
      <p:sp>
        <p:nvSpPr>
          <p:cNvPr id="11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522818" y="948744"/>
            <a:ext cx="9459383" cy="544391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3" name="内容占位符 12"/>
          <p:cNvSpPr>
            <a:spLocks noGrp="1"/>
          </p:cNvSpPr>
          <p:nvPr>
            <p:ph sz="quarter" idx="14" hasCustomPrompt="1"/>
          </p:nvPr>
        </p:nvSpPr>
        <p:spPr>
          <a:xfrm>
            <a:off x="838200" y="1863725"/>
            <a:ext cx="10515600" cy="40449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4" name="矩形 13"/>
          <p:cNvSpPr/>
          <p:nvPr userDrawn="1"/>
        </p:nvSpPr>
        <p:spPr>
          <a:xfrm>
            <a:off x="0" y="6123216"/>
            <a:ext cx="12192000" cy="54614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>
              <a:solidFill>
                <a:prstClr val="white"/>
              </a:solidFill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0" y="6669360"/>
            <a:ext cx="12192000" cy="188640"/>
          </a:xfrm>
          <a:prstGeom prst="rect">
            <a:avLst/>
          </a:prstGeom>
          <a:solidFill>
            <a:srgbClr val="3D89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prstClr val="white"/>
              </a:solidFill>
            </a:endParaRPr>
          </a:p>
        </p:txBody>
      </p:sp>
      <p:sp>
        <p:nvSpPr>
          <p:cNvPr id="10" name="内容占位符 9"/>
          <p:cNvSpPr>
            <a:spLocks noGrp="1"/>
          </p:cNvSpPr>
          <p:nvPr>
            <p:ph sz="quarter" idx="15" hasCustomPrompt="1"/>
          </p:nvPr>
        </p:nvSpPr>
        <p:spPr>
          <a:xfrm>
            <a:off x="838201" y="204166"/>
            <a:ext cx="4976284" cy="571500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5178656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D7636-5BE1-44BC-BB5F-15739D9E18E1}" type="datetimeFigureOut">
              <a:rPr lang="zh-CN" altLang="en-US" smtClean="0"/>
              <a:t>2024/12/30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0E1D-24C4-406F-9615-DBDA8D2D1F93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-1" y="-2439"/>
            <a:ext cx="12194383" cy="718411"/>
            <a:chOff x="-1" y="190175"/>
            <a:chExt cx="9145786" cy="525795"/>
          </a:xfrm>
        </p:grpSpPr>
        <p:sp>
          <p:nvSpPr>
            <p:cNvPr id="7" name="任意多边形 4"/>
            <p:cNvSpPr/>
            <p:nvPr/>
          </p:nvSpPr>
          <p:spPr>
            <a:xfrm>
              <a:off x="1" y="190175"/>
              <a:ext cx="9143999" cy="490975"/>
            </a:xfrm>
            <a:custGeom>
              <a:avLst/>
              <a:gdLst>
                <a:gd name="connsiteX0" fmla="*/ 0 w 12191999"/>
                <a:gd name="connsiteY0" fmla="*/ 0 h 647700"/>
                <a:gd name="connsiteX1" fmla="*/ 12191999 w 12191999"/>
                <a:gd name="connsiteY1" fmla="*/ 0 h 647700"/>
                <a:gd name="connsiteX2" fmla="*/ 12191999 w 12191999"/>
                <a:gd name="connsiteY2" fmla="*/ 4171 h 647700"/>
                <a:gd name="connsiteX3" fmla="*/ 8600846 w 12191999"/>
                <a:gd name="connsiteY3" fmla="*/ 4171 h 647700"/>
                <a:gd name="connsiteX4" fmla="*/ 8223451 w 12191999"/>
                <a:gd name="connsiteY4" fmla="*/ 647700 h 647700"/>
                <a:gd name="connsiteX5" fmla="*/ 0 w 12191999"/>
                <a:gd name="connsiteY5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1999" h="647700">
                  <a:moveTo>
                    <a:pt x="0" y="0"/>
                  </a:moveTo>
                  <a:lnTo>
                    <a:pt x="12191999" y="0"/>
                  </a:lnTo>
                  <a:lnTo>
                    <a:pt x="12191999" y="4171"/>
                  </a:lnTo>
                  <a:lnTo>
                    <a:pt x="8600846" y="4171"/>
                  </a:lnTo>
                  <a:lnTo>
                    <a:pt x="8223451" y="647700"/>
                  </a:lnTo>
                  <a:lnTo>
                    <a:pt x="0" y="647700"/>
                  </a:lnTo>
                  <a:close/>
                </a:path>
              </a:pathLst>
            </a:custGeom>
            <a:solidFill>
              <a:srgbClr val="3D89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  <p:sp>
          <p:nvSpPr>
            <p:cNvPr id="8" name="任意多边形 5"/>
            <p:cNvSpPr/>
            <p:nvPr/>
          </p:nvSpPr>
          <p:spPr>
            <a:xfrm>
              <a:off x="-1" y="191961"/>
              <a:ext cx="9144000" cy="524009"/>
            </a:xfrm>
            <a:custGeom>
              <a:avLst/>
              <a:gdLst>
                <a:gd name="connsiteX0" fmla="*/ 8649011 w 12192000"/>
                <a:gd name="connsiteY0" fmla="*/ 0 h 698678"/>
                <a:gd name="connsiteX1" fmla="*/ 12192000 w 12192000"/>
                <a:gd name="connsiteY1" fmla="*/ 0 h 698678"/>
                <a:gd name="connsiteX2" fmla="*/ 12192000 w 12192000"/>
                <a:gd name="connsiteY2" fmla="*/ 45719 h 698678"/>
                <a:gd name="connsiteX3" fmla="*/ 8689612 w 12192000"/>
                <a:gd name="connsiteY3" fmla="*/ 45719 h 698678"/>
                <a:gd name="connsiteX4" fmla="*/ 8309954 w 12192000"/>
                <a:gd name="connsiteY4" fmla="*/ 698678 h 698678"/>
                <a:gd name="connsiteX5" fmla="*/ 8149486 w 12192000"/>
                <a:gd name="connsiteY5" fmla="*/ 698678 h 698678"/>
                <a:gd name="connsiteX6" fmla="*/ 8149901 w 12192000"/>
                <a:gd name="connsiteY6" fmla="*/ 697970 h 698678"/>
                <a:gd name="connsiteX7" fmla="*/ 0 w 12192000"/>
                <a:gd name="connsiteY7" fmla="*/ 697970 h 698678"/>
                <a:gd name="connsiteX8" fmla="*/ 0 w 12192000"/>
                <a:gd name="connsiteY8" fmla="*/ 652251 h 698678"/>
                <a:gd name="connsiteX9" fmla="*/ 8176713 w 12192000"/>
                <a:gd name="connsiteY9" fmla="*/ 652251 h 698678"/>
                <a:gd name="connsiteX10" fmla="*/ 8557764 w 12192000"/>
                <a:gd name="connsiteY10" fmla="*/ 2487 h 698678"/>
                <a:gd name="connsiteX11" fmla="*/ 8649011 w 12192000"/>
                <a:gd name="connsiteY11" fmla="*/ 2487 h 698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698678">
                  <a:moveTo>
                    <a:pt x="8649011" y="0"/>
                  </a:moveTo>
                  <a:lnTo>
                    <a:pt x="12192000" y="0"/>
                  </a:lnTo>
                  <a:lnTo>
                    <a:pt x="12192000" y="45719"/>
                  </a:lnTo>
                  <a:lnTo>
                    <a:pt x="8689612" y="45719"/>
                  </a:lnTo>
                  <a:lnTo>
                    <a:pt x="8309954" y="698678"/>
                  </a:lnTo>
                  <a:lnTo>
                    <a:pt x="8149486" y="698678"/>
                  </a:lnTo>
                  <a:lnTo>
                    <a:pt x="8149901" y="697970"/>
                  </a:lnTo>
                  <a:lnTo>
                    <a:pt x="0" y="697970"/>
                  </a:lnTo>
                  <a:lnTo>
                    <a:pt x="0" y="652251"/>
                  </a:lnTo>
                  <a:lnTo>
                    <a:pt x="8176713" y="652251"/>
                  </a:lnTo>
                  <a:lnTo>
                    <a:pt x="8557764" y="2487"/>
                  </a:lnTo>
                  <a:lnTo>
                    <a:pt x="8649011" y="2487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  <p:sp>
          <p:nvSpPr>
            <p:cNvPr id="9" name="任意多边形 6"/>
            <p:cNvSpPr/>
            <p:nvPr/>
          </p:nvSpPr>
          <p:spPr>
            <a:xfrm>
              <a:off x="6231369" y="228409"/>
              <a:ext cx="2914416" cy="485775"/>
            </a:xfrm>
            <a:custGeom>
              <a:avLst/>
              <a:gdLst>
                <a:gd name="connsiteX0" fmla="*/ 379841 w 3885888"/>
                <a:gd name="connsiteY0" fmla="*/ 0 h 647700"/>
                <a:gd name="connsiteX1" fmla="*/ 3885888 w 3885888"/>
                <a:gd name="connsiteY1" fmla="*/ 0 h 647700"/>
                <a:gd name="connsiteX2" fmla="*/ 3885888 w 3885888"/>
                <a:gd name="connsiteY2" fmla="*/ 647700 h 647700"/>
                <a:gd name="connsiteX3" fmla="*/ 0 w 3885888"/>
                <a:gd name="connsiteY3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5888" h="647700">
                  <a:moveTo>
                    <a:pt x="379841" y="0"/>
                  </a:moveTo>
                  <a:lnTo>
                    <a:pt x="3885888" y="0"/>
                  </a:lnTo>
                  <a:lnTo>
                    <a:pt x="3885888" y="647700"/>
                  </a:lnTo>
                  <a:lnTo>
                    <a:pt x="0" y="647700"/>
                  </a:lnTo>
                  <a:close/>
                </a:path>
              </a:pathLst>
            </a:custGeom>
            <a:solidFill>
              <a:srgbClr val="3D89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</p:grpSp>
      <p:sp>
        <p:nvSpPr>
          <p:cNvPr id="11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522818" y="948744"/>
            <a:ext cx="9459383" cy="544391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3" name="内容占位符 12"/>
          <p:cNvSpPr>
            <a:spLocks noGrp="1"/>
          </p:cNvSpPr>
          <p:nvPr>
            <p:ph sz="quarter" idx="14" hasCustomPrompt="1"/>
          </p:nvPr>
        </p:nvSpPr>
        <p:spPr>
          <a:xfrm>
            <a:off x="838200" y="1863725"/>
            <a:ext cx="10515600" cy="40449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4" name="矩形 13"/>
          <p:cNvSpPr/>
          <p:nvPr userDrawn="1"/>
        </p:nvSpPr>
        <p:spPr>
          <a:xfrm>
            <a:off x="0" y="6123216"/>
            <a:ext cx="12192000" cy="54614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>
              <a:solidFill>
                <a:prstClr val="white"/>
              </a:solidFill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0" y="6669360"/>
            <a:ext cx="12192000" cy="188640"/>
          </a:xfrm>
          <a:prstGeom prst="rect">
            <a:avLst/>
          </a:prstGeom>
          <a:solidFill>
            <a:srgbClr val="3D89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prstClr val="white"/>
              </a:solidFill>
            </a:endParaRPr>
          </a:p>
        </p:txBody>
      </p:sp>
      <p:sp>
        <p:nvSpPr>
          <p:cNvPr id="10" name="内容占位符 9"/>
          <p:cNvSpPr>
            <a:spLocks noGrp="1"/>
          </p:cNvSpPr>
          <p:nvPr>
            <p:ph sz="quarter" idx="15" hasCustomPrompt="1"/>
          </p:nvPr>
        </p:nvSpPr>
        <p:spPr>
          <a:xfrm>
            <a:off x="838201" y="204166"/>
            <a:ext cx="4976284" cy="571500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5826175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D7636-5BE1-44BC-BB5F-15739D9E18E1}" type="datetimeFigureOut">
              <a:rPr lang="zh-CN" altLang="en-US" smtClean="0"/>
              <a:t>2024/12/30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0E1D-24C4-406F-9615-DBDA8D2D1F93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-1" y="-2439"/>
            <a:ext cx="12194383" cy="718411"/>
            <a:chOff x="-1" y="190175"/>
            <a:chExt cx="9145786" cy="525795"/>
          </a:xfrm>
        </p:grpSpPr>
        <p:sp>
          <p:nvSpPr>
            <p:cNvPr id="7" name="任意多边形 4"/>
            <p:cNvSpPr/>
            <p:nvPr/>
          </p:nvSpPr>
          <p:spPr>
            <a:xfrm>
              <a:off x="1" y="190175"/>
              <a:ext cx="9143999" cy="490975"/>
            </a:xfrm>
            <a:custGeom>
              <a:avLst/>
              <a:gdLst>
                <a:gd name="connsiteX0" fmla="*/ 0 w 12191999"/>
                <a:gd name="connsiteY0" fmla="*/ 0 h 647700"/>
                <a:gd name="connsiteX1" fmla="*/ 12191999 w 12191999"/>
                <a:gd name="connsiteY1" fmla="*/ 0 h 647700"/>
                <a:gd name="connsiteX2" fmla="*/ 12191999 w 12191999"/>
                <a:gd name="connsiteY2" fmla="*/ 4171 h 647700"/>
                <a:gd name="connsiteX3" fmla="*/ 8600846 w 12191999"/>
                <a:gd name="connsiteY3" fmla="*/ 4171 h 647700"/>
                <a:gd name="connsiteX4" fmla="*/ 8223451 w 12191999"/>
                <a:gd name="connsiteY4" fmla="*/ 647700 h 647700"/>
                <a:gd name="connsiteX5" fmla="*/ 0 w 12191999"/>
                <a:gd name="connsiteY5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1999" h="647700">
                  <a:moveTo>
                    <a:pt x="0" y="0"/>
                  </a:moveTo>
                  <a:lnTo>
                    <a:pt x="12191999" y="0"/>
                  </a:lnTo>
                  <a:lnTo>
                    <a:pt x="12191999" y="4171"/>
                  </a:lnTo>
                  <a:lnTo>
                    <a:pt x="8600846" y="4171"/>
                  </a:lnTo>
                  <a:lnTo>
                    <a:pt x="8223451" y="647700"/>
                  </a:lnTo>
                  <a:lnTo>
                    <a:pt x="0" y="647700"/>
                  </a:lnTo>
                  <a:close/>
                </a:path>
              </a:pathLst>
            </a:custGeom>
            <a:solidFill>
              <a:srgbClr val="3D89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  <p:sp>
          <p:nvSpPr>
            <p:cNvPr id="8" name="任意多边形 5"/>
            <p:cNvSpPr/>
            <p:nvPr/>
          </p:nvSpPr>
          <p:spPr>
            <a:xfrm>
              <a:off x="-1" y="191961"/>
              <a:ext cx="9144000" cy="524009"/>
            </a:xfrm>
            <a:custGeom>
              <a:avLst/>
              <a:gdLst>
                <a:gd name="connsiteX0" fmla="*/ 8649011 w 12192000"/>
                <a:gd name="connsiteY0" fmla="*/ 0 h 698678"/>
                <a:gd name="connsiteX1" fmla="*/ 12192000 w 12192000"/>
                <a:gd name="connsiteY1" fmla="*/ 0 h 698678"/>
                <a:gd name="connsiteX2" fmla="*/ 12192000 w 12192000"/>
                <a:gd name="connsiteY2" fmla="*/ 45719 h 698678"/>
                <a:gd name="connsiteX3" fmla="*/ 8689612 w 12192000"/>
                <a:gd name="connsiteY3" fmla="*/ 45719 h 698678"/>
                <a:gd name="connsiteX4" fmla="*/ 8309954 w 12192000"/>
                <a:gd name="connsiteY4" fmla="*/ 698678 h 698678"/>
                <a:gd name="connsiteX5" fmla="*/ 8149486 w 12192000"/>
                <a:gd name="connsiteY5" fmla="*/ 698678 h 698678"/>
                <a:gd name="connsiteX6" fmla="*/ 8149901 w 12192000"/>
                <a:gd name="connsiteY6" fmla="*/ 697970 h 698678"/>
                <a:gd name="connsiteX7" fmla="*/ 0 w 12192000"/>
                <a:gd name="connsiteY7" fmla="*/ 697970 h 698678"/>
                <a:gd name="connsiteX8" fmla="*/ 0 w 12192000"/>
                <a:gd name="connsiteY8" fmla="*/ 652251 h 698678"/>
                <a:gd name="connsiteX9" fmla="*/ 8176713 w 12192000"/>
                <a:gd name="connsiteY9" fmla="*/ 652251 h 698678"/>
                <a:gd name="connsiteX10" fmla="*/ 8557764 w 12192000"/>
                <a:gd name="connsiteY10" fmla="*/ 2487 h 698678"/>
                <a:gd name="connsiteX11" fmla="*/ 8649011 w 12192000"/>
                <a:gd name="connsiteY11" fmla="*/ 2487 h 698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698678">
                  <a:moveTo>
                    <a:pt x="8649011" y="0"/>
                  </a:moveTo>
                  <a:lnTo>
                    <a:pt x="12192000" y="0"/>
                  </a:lnTo>
                  <a:lnTo>
                    <a:pt x="12192000" y="45719"/>
                  </a:lnTo>
                  <a:lnTo>
                    <a:pt x="8689612" y="45719"/>
                  </a:lnTo>
                  <a:lnTo>
                    <a:pt x="8309954" y="698678"/>
                  </a:lnTo>
                  <a:lnTo>
                    <a:pt x="8149486" y="698678"/>
                  </a:lnTo>
                  <a:lnTo>
                    <a:pt x="8149901" y="697970"/>
                  </a:lnTo>
                  <a:lnTo>
                    <a:pt x="0" y="697970"/>
                  </a:lnTo>
                  <a:lnTo>
                    <a:pt x="0" y="652251"/>
                  </a:lnTo>
                  <a:lnTo>
                    <a:pt x="8176713" y="652251"/>
                  </a:lnTo>
                  <a:lnTo>
                    <a:pt x="8557764" y="2487"/>
                  </a:lnTo>
                  <a:lnTo>
                    <a:pt x="8649011" y="2487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  <p:sp>
          <p:nvSpPr>
            <p:cNvPr id="9" name="任意多边形 6"/>
            <p:cNvSpPr/>
            <p:nvPr/>
          </p:nvSpPr>
          <p:spPr>
            <a:xfrm>
              <a:off x="6231369" y="228409"/>
              <a:ext cx="2914416" cy="485775"/>
            </a:xfrm>
            <a:custGeom>
              <a:avLst/>
              <a:gdLst>
                <a:gd name="connsiteX0" fmla="*/ 379841 w 3885888"/>
                <a:gd name="connsiteY0" fmla="*/ 0 h 647700"/>
                <a:gd name="connsiteX1" fmla="*/ 3885888 w 3885888"/>
                <a:gd name="connsiteY1" fmla="*/ 0 h 647700"/>
                <a:gd name="connsiteX2" fmla="*/ 3885888 w 3885888"/>
                <a:gd name="connsiteY2" fmla="*/ 647700 h 647700"/>
                <a:gd name="connsiteX3" fmla="*/ 0 w 3885888"/>
                <a:gd name="connsiteY3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5888" h="647700">
                  <a:moveTo>
                    <a:pt x="379841" y="0"/>
                  </a:moveTo>
                  <a:lnTo>
                    <a:pt x="3885888" y="0"/>
                  </a:lnTo>
                  <a:lnTo>
                    <a:pt x="3885888" y="647700"/>
                  </a:lnTo>
                  <a:lnTo>
                    <a:pt x="0" y="647700"/>
                  </a:lnTo>
                  <a:close/>
                </a:path>
              </a:pathLst>
            </a:custGeom>
            <a:solidFill>
              <a:srgbClr val="3D89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</p:grpSp>
      <p:sp>
        <p:nvSpPr>
          <p:cNvPr id="11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522818" y="948744"/>
            <a:ext cx="9459383" cy="544391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3" name="内容占位符 12"/>
          <p:cNvSpPr>
            <a:spLocks noGrp="1"/>
          </p:cNvSpPr>
          <p:nvPr>
            <p:ph sz="quarter" idx="14" hasCustomPrompt="1"/>
          </p:nvPr>
        </p:nvSpPr>
        <p:spPr>
          <a:xfrm>
            <a:off x="838200" y="1863725"/>
            <a:ext cx="10515600" cy="40449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4" name="矩形 13"/>
          <p:cNvSpPr/>
          <p:nvPr userDrawn="1"/>
        </p:nvSpPr>
        <p:spPr>
          <a:xfrm>
            <a:off x="0" y="6123216"/>
            <a:ext cx="12192000" cy="54614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>
              <a:solidFill>
                <a:prstClr val="white"/>
              </a:solidFill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0" y="6669360"/>
            <a:ext cx="12192000" cy="188640"/>
          </a:xfrm>
          <a:prstGeom prst="rect">
            <a:avLst/>
          </a:prstGeom>
          <a:solidFill>
            <a:srgbClr val="3D89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prstClr val="white"/>
              </a:solidFill>
            </a:endParaRPr>
          </a:p>
        </p:txBody>
      </p:sp>
      <p:sp>
        <p:nvSpPr>
          <p:cNvPr id="10" name="内容占位符 9"/>
          <p:cNvSpPr>
            <a:spLocks noGrp="1"/>
          </p:cNvSpPr>
          <p:nvPr>
            <p:ph sz="quarter" idx="15" hasCustomPrompt="1"/>
          </p:nvPr>
        </p:nvSpPr>
        <p:spPr>
          <a:xfrm>
            <a:off x="838201" y="204166"/>
            <a:ext cx="4976284" cy="571500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1140198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D7636-5BE1-44BC-BB5F-15739D9E18E1}" type="datetimeFigureOut">
              <a:rPr lang="zh-CN" altLang="en-US" smtClean="0"/>
              <a:t>2024/12/30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0E1D-24C4-406F-9615-DBDA8D2D1F93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-1" y="-2439"/>
            <a:ext cx="12194383" cy="718411"/>
            <a:chOff x="-1" y="190175"/>
            <a:chExt cx="9145786" cy="525795"/>
          </a:xfrm>
        </p:grpSpPr>
        <p:sp>
          <p:nvSpPr>
            <p:cNvPr id="7" name="任意多边形 4"/>
            <p:cNvSpPr/>
            <p:nvPr/>
          </p:nvSpPr>
          <p:spPr>
            <a:xfrm>
              <a:off x="1" y="190175"/>
              <a:ext cx="9143999" cy="490975"/>
            </a:xfrm>
            <a:custGeom>
              <a:avLst/>
              <a:gdLst>
                <a:gd name="connsiteX0" fmla="*/ 0 w 12191999"/>
                <a:gd name="connsiteY0" fmla="*/ 0 h 647700"/>
                <a:gd name="connsiteX1" fmla="*/ 12191999 w 12191999"/>
                <a:gd name="connsiteY1" fmla="*/ 0 h 647700"/>
                <a:gd name="connsiteX2" fmla="*/ 12191999 w 12191999"/>
                <a:gd name="connsiteY2" fmla="*/ 4171 h 647700"/>
                <a:gd name="connsiteX3" fmla="*/ 8600846 w 12191999"/>
                <a:gd name="connsiteY3" fmla="*/ 4171 h 647700"/>
                <a:gd name="connsiteX4" fmla="*/ 8223451 w 12191999"/>
                <a:gd name="connsiteY4" fmla="*/ 647700 h 647700"/>
                <a:gd name="connsiteX5" fmla="*/ 0 w 12191999"/>
                <a:gd name="connsiteY5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1999" h="647700">
                  <a:moveTo>
                    <a:pt x="0" y="0"/>
                  </a:moveTo>
                  <a:lnTo>
                    <a:pt x="12191999" y="0"/>
                  </a:lnTo>
                  <a:lnTo>
                    <a:pt x="12191999" y="4171"/>
                  </a:lnTo>
                  <a:lnTo>
                    <a:pt x="8600846" y="4171"/>
                  </a:lnTo>
                  <a:lnTo>
                    <a:pt x="8223451" y="647700"/>
                  </a:lnTo>
                  <a:lnTo>
                    <a:pt x="0" y="647700"/>
                  </a:lnTo>
                  <a:close/>
                </a:path>
              </a:pathLst>
            </a:custGeom>
            <a:solidFill>
              <a:srgbClr val="3D89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  <p:sp>
          <p:nvSpPr>
            <p:cNvPr id="8" name="任意多边形 5"/>
            <p:cNvSpPr/>
            <p:nvPr/>
          </p:nvSpPr>
          <p:spPr>
            <a:xfrm>
              <a:off x="-1" y="191961"/>
              <a:ext cx="9144000" cy="524009"/>
            </a:xfrm>
            <a:custGeom>
              <a:avLst/>
              <a:gdLst>
                <a:gd name="connsiteX0" fmla="*/ 8649011 w 12192000"/>
                <a:gd name="connsiteY0" fmla="*/ 0 h 698678"/>
                <a:gd name="connsiteX1" fmla="*/ 12192000 w 12192000"/>
                <a:gd name="connsiteY1" fmla="*/ 0 h 698678"/>
                <a:gd name="connsiteX2" fmla="*/ 12192000 w 12192000"/>
                <a:gd name="connsiteY2" fmla="*/ 45719 h 698678"/>
                <a:gd name="connsiteX3" fmla="*/ 8689612 w 12192000"/>
                <a:gd name="connsiteY3" fmla="*/ 45719 h 698678"/>
                <a:gd name="connsiteX4" fmla="*/ 8309954 w 12192000"/>
                <a:gd name="connsiteY4" fmla="*/ 698678 h 698678"/>
                <a:gd name="connsiteX5" fmla="*/ 8149486 w 12192000"/>
                <a:gd name="connsiteY5" fmla="*/ 698678 h 698678"/>
                <a:gd name="connsiteX6" fmla="*/ 8149901 w 12192000"/>
                <a:gd name="connsiteY6" fmla="*/ 697970 h 698678"/>
                <a:gd name="connsiteX7" fmla="*/ 0 w 12192000"/>
                <a:gd name="connsiteY7" fmla="*/ 697970 h 698678"/>
                <a:gd name="connsiteX8" fmla="*/ 0 w 12192000"/>
                <a:gd name="connsiteY8" fmla="*/ 652251 h 698678"/>
                <a:gd name="connsiteX9" fmla="*/ 8176713 w 12192000"/>
                <a:gd name="connsiteY9" fmla="*/ 652251 h 698678"/>
                <a:gd name="connsiteX10" fmla="*/ 8557764 w 12192000"/>
                <a:gd name="connsiteY10" fmla="*/ 2487 h 698678"/>
                <a:gd name="connsiteX11" fmla="*/ 8649011 w 12192000"/>
                <a:gd name="connsiteY11" fmla="*/ 2487 h 698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698678">
                  <a:moveTo>
                    <a:pt x="8649011" y="0"/>
                  </a:moveTo>
                  <a:lnTo>
                    <a:pt x="12192000" y="0"/>
                  </a:lnTo>
                  <a:lnTo>
                    <a:pt x="12192000" y="45719"/>
                  </a:lnTo>
                  <a:lnTo>
                    <a:pt x="8689612" y="45719"/>
                  </a:lnTo>
                  <a:lnTo>
                    <a:pt x="8309954" y="698678"/>
                  </a:lnTo>
                  <a:lnTo>
                    <a:pt x="8149486" y="698678"/>
                  </a:lnTo>
                  <a:lnTo>
                    <a:pt x="8149901" y="697970"/>
                  </a:lnTo>
                  <a:lnTo>
                    <a:pt x="0" y="697970"/>
                  </a:lnTo>
                  <a:lnTo>
                    <a:pt x="0" y="652251"/>
                  </a:lnTo>
                  <a:lnTo>
                    <a:pt x="8176713" y="652251"/>
                  </a:lnTo>
                  <a:lnTo>
                    <a:pt x="8557764" y="2487"/>
                  </a:lnTo>
                  <a:lnTo>
                    <a:pt x="8649011" y="2487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  <p:sp>
          <p:nvSpPr>
            <p:cNvPr id="9" name="任意多边形 6"/>
            <p:cNvSpPr/>
            <p:nvPr/>
          </p:nvSpPr>
          <p:spPr>
            <a:xfrm>
              <a:off x="6231369" y="228409"/>
              <a:ext cx="2914416" cy="485775"/>
            </a:xfrm>
            <a:custGeom>
              <a:avLst/>
              <a:gdLst>
                <a:gd name="connsiteX0" fmla="*/ 379841 w 3885888"/>
                <a:gd name="connsiteY0" fmla="*/ 0 h 647700"/>
                <a:gd name="connsiteX1" fmla="*/ 3885888 w 3885888"/>
                <a:gd name="connsiteY1" fmla="*/ 0 h 647700"/>
                <a:gd name="connsiteX2" fmla="*/ 3885888 w 3885888"/>
                <a:gd name="connsiteY2" fmla="*/ 647700 h 647700"/>
                <a:gd name="connsiteX3" fmla="*/ 0 w 3885888"/>
                <a:gd name="connsiteY3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5888" h="647700">
                  <a:moveTo>
                    <a:pt x="379841" y="0"/>
                  </a:moveTo>
                  <a:lnTo>
                    <a:pt x="3885888" y="0"/>
                  </a:lnTo>
                  <a:lnTo>
                    <a:pt x="3885888" y="647700"/>
                  </a:lnTo>
                  <a:lnTo>
                    <a:pt x="0" y="647700"/>
                  </a:lnTo>
                  <a:close/>
                </a:path>
              </a:pathLst>
            </a:custGeom>
            <a:solidFill>
              <a:srgbClr val="3D89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</p:grpSp>
      <p:sp>
        <p:nvSpPr>
          <p:cNvPr id="11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522818" y="948744"/>
            <a:ext cx="9459383" cy="544391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3" name="内容占位符 12"/>
          <p:cNvSpPr>
            <a:spLocks noGrp="1"/>
          </p:cNvSpPr>
          <p:nvPr>
            <p:ph sz="quarter" idx="14" hasCustomPrompt="1"/>
          </p:nvPr>
        </p:nvSpPr>
        <p:spPr>
          <a:xfrm>
            <a:off x="838200" y="1863725"/>
            <a:ext cx="10515600" cy="40449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4" name="矩形 13"/>
          <p:cNvSpPr/>
          <p:nvPr userDrawn="1"/>
        </p:nvSpPr>
        <p:spPr>
          <a:xfrm>
            <a:off x="0" y="6123216"/>
            <a:ext cx="12192000" cy="54614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>
              <a:solidFill>
                <a:prstClr val="white"/>
              </a:solidFill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0" y="6669360"/>
            <a:ext cx="12192000" cy="188640"/>
          </a:xfrm>
          <a:prstGeom prst="rect">
            <a:avLst/>
          </a:prstGeom>
          <a:solidFill>
            <a:srgbClr val="3D89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prstClr val="white"/>
              </a:solidFill>
            </a:endParaRPr>
          </a:p>
        </p:txBody>
      </p:sp>
      <p:sp>
        <p:nvSpPr>
          <p:cNvPr id="10" name="内容占位符 9"/>
          <p:cNvSpPr>
            <a:spLocks noGrp="1"/>
          </p:cNvSpPr>
          <p:nvPr>
            <p:ph sz="quarter" idx="15" hasCustomPrompt="1"/>
          </p:nvPr>
        </p:nvSpPr>
        <p:spPr>
          <a:xfrm>
            <a:off x="838201" y="204166"/>
            <a:ext cx="4976284" cy="571500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1177001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D7636-5BE1-44BC-BB5F-15739D9E18E1}" type="datetimeFigureOut">
              <a:rPr lang="zh-CN" altLang="en-US" smtClean="0"/>
              <a:t>2024/12/30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0E1D-24C4-406F-9615-DBDA8D2D1F93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-1" y="-2439"/>
            <a:ext cx="12194383" cy="718411"/>
            <a:chOff x="-1" y="190175"/>
            <a:chExt cx="9145786" cy="525795"/>
          </a:xfrm>
        </p:grpSpPr>
        <p:sp>
          <p:nvSpPr>
            <p:cNvPr id="7" name="任意多边形 4"/>
            <p:cNvSpPr/>
            <p:nvPr/>
          </p:nvSpPr>
          <p:spPr>
            <a:xfrm>
              <a:off x="1" y="190175"/>
              <a:ext cx="9143999" cy="490975"/>
            </a:xfrm>
            <a:custGeom>
              <a:avLst/>
              <a:gdLst>
                <a:gd name="connsiteX0" fmla="*/ 0 w 12191999"/>
                <a:gd name="connsiteY0" fmla="*/ 0 h 647700"/>
                <a:gd name="connsiteX1" fmla="*/ 12191999 w 12191999"/>
                <a:gd name="connsiteY1" fmla="*/ 0 h 647700"/>
                <a:gd name="connsiteX2" fmla="*/ 12191999 w 12191999"/>
                <a:gd name="connsiteY2" fmla="*/ 4171 h 647700"/>
                <a:gd name="connsiteX3" fmla="*/ 8600846 w 12191999"/>
                <a:gd name="connsiteY3" fmla="*/ 4171 h 647700"/>
                <a:gd name="connsiteX4" fmla="*/ 8223451 w 12191999"/>
                <a:gd name="connsiteY4" fmla="*/ 647700 h 647700"/>
                <a:gd name="connsiteX5" fmla="*/ 0 w 12191999"/>
                <a:gd name="connsiteY5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1999" h="647700">
                  <a:moveTo>
                    <a:pt x="0" y="0"/>
                  </a:moveTo>
                  <a:lnTo>
                    <a:pt x="12191999" y="0"/>
                  </a:lnTo>
                  <a:lnTo>
                    <a:pt x="12191999" y="4171"/>
                  </a:lnTo>
                  <a:lnTo>
                    <a:pt x="8600846" y="4171"/>
                  </a:lnTo>
                  <a:lnTo>
                    <a:pt x="8223451" y="647700"/>
                  </a:lnTo>
                  <a:lnTo>
                    <a:pt x="0" y="647700"/>
                  </a:lnTo>
                  <a:close/>
                </a:path>
              </a:pathLst>
            </a:custGeom>
            <a:solidFill>
              <a:srgbClr val="3D89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  <p:sp>
          <p:nvSpPr>
            <p:cNvPr id="8" name="任意多边形 5"/>
            <p:cNvSpPr/>
            <p:nvPr/>
          </p:nvSpPr>
          <p:spPr>
            <a:xfrm>
              <a:off x="-1" y="191961"/>
              <a:ext cx="9144000" cy="524009"/>
            </a:xfrm>
            <a:custGeom>
              <a:avLst/>
              <a:gdLst>
                <a:gd name="connsiteX0" fmla="*/ 8649011 w 12192000"/>
                <a:gd name="connsiteY0" fmla="*/ 0 h 698678"/>
                <a:gd name="connsiteX1" fmla="*/ 12192000 w 12192000"/>
                <a:gd name="connsiteY1" fmla="*/ 0 h 698678"/>
                <a:gd name="connsiteX2" fmla="*/ 12192000 w 12192000"/>
                <a:gd name="connsiteY2" fmla="*/ 45719 h 698678"/>
                <a:gd name="connsiteX3" fmla="*/ 8689612 w 12192000"/>
                <a:gd name="connsiteY3" fmla="*/ 45719 h 698678"/>
                <a:gd name="connsiteX4" fmla="*/ 8309954 w 12192000"/>
                <a:gd name="connsiteY4" fmla="*/ 698678 h 698678"/>
                <a:gd name="connsiteX5" fmla="*/ 8149486 w 12192000"/>
                <a:gd name="connsiteY5" fmla="*/ 698678 h 698678"/>
                <a:gd name="connsiteX6" fmla="*/ 8149901 w 12192000"/>
                <a:gd name="connsiteY6" fmla="*/ 697970 h 698678"/>
                <a:gd name="connsiteX7" fmla="*/ 0 w 12192000"/>
                <a:gd name="connsiteY7" fmla="*/ 697970 h 698678"/>
                <a:gd name="connsiteX8" fmla="*/ 0 w 12192000"/>
                <a:gd name="connsiteY8" fmla="*/ 652251 h 698678"/>
                <a:gd name="connsiteX9" fmla="*/ 8176713 w 12192000"/>
                <a:gd name="connsiteY9" fmla="*/ 652251 h 698678"/>
                <a:gd name="connsiteX10" fmla="*/ 8557764 w 12192000"/>
                <a:gd name="connsiteY10" fmla="*/ 2487 h 698678"/>
                <a:gd name="connsiteX11" fmla="*/ 8649011 w 12192000"/>
                <a:gd name="connsiteY11" fmla="*/ 2487 h 698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698678">
                  <a:moveTo>
                    <a:pt x="8649011" y="0"/>
                  </a:moveTo>
                  <a:lnTo>
                    <a:pt x="12192000" y="0"/>
                  </a:lnTo>
                  <a:lnTo>
                    <a:pt x="12192000" y="45719"/>
                  </a:lnTo>
                  <a:lnTo>
                    <a:pt x="8689612" y="45719"/>
                  </a:lnTo>
                  <a:lnTo>
                    <a:pt x="8309954" y="698678"/>
                  </a:lnTo>
                  <a:lnTo>
                    <a:pt x="8149486" y="698678"/>
                  </a:lnTo>
                  <a:lnTo>
                    <a:pt x="8149901" y="697970"/>
                  </a:lnTo>
                  <a:lnTo>
                    <a:pt x="0" y="697970"/>
                  </a:lnTo>
                  <a:lnTo>
                    <a:pt x="0" y="652251"/>
                  </a:lnTo>
                  <a:lnTo>
                    <a:pt x="8176713" y="652251"/>
                  </a:lnTo>
                  <a:lnTo>
                    <a:pt x="8557764" y="2487"/>
                  </a:lnTo>
                  <a:lnTo>
                    <a:pt x="8649011" y="2487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  <p:sp>
          <p:nvSpPr>
            <p:cNvPr id="9" name="任意多边形 6"/>
            <p:cNvSpPr/>
            <p:nvPr/>
          </p:nvSpPr>
          <p:spPr>
            <a:xfrm>
              <a:off x="6231369" y="228409"/>
              <a:ext cx="2914416" cy="485775"/>
            </a:xfrm>
            <a:custGeom>
              <a:avLst/>
              <a:gdLst>
                <a:gd name="connsiteX0" fmla="*/ 379841 w 3885888"/>
                <a:gd name="connsiteY0" fmla="*/ 0 h 647700"/>
                <a:gd name="connsiteX1" fmla="*/ 3885888 w 3885888"/>
                <a:gd name="connsiteY1" fmla="*/ 0 h 647700"/>
                <a:gd name="connsiteX2" fmla="*/ 3885888 w 3885888"/>
                <a:gd name="connsiteY2" fmla="*/ 647700 h 647700"/>
                <a:gd name="connsiteX3" fmla="*/ 0 w 3885888"/>
                <a:gd name="connsiteY3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5888" h="647700">
                  <a:moveTo>
                    <a:pt x="379841" y="0"/>
                  </a:moveTo>
                  <a:lnTo>
                    <a:pt x="3885888" y="0"/>
                  </a:lnTo>
                  <a:lnTo>
                    <a:pt x="3885888" y="647700"/>
                  </a:lnTo>
                  <a:lnTo>
                    <a:pt x="0" y="647700"/>
                  </a:lnTo>
                  <a:close/>
                </a:path>
              </a:pathLst>
            </a:custGeom>
            <a:solidFill>
              <a:srgbClr val="3D89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</p:grpSp>
      <p:sp>
        <p:nvSpPr>
          <p:cNvPr id="11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522818" y="948744"/>
            <a:ext cx="9459383" cy="544391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3" name="内容占位符 12"/>
          <p:cNvSpPr>
            <a:spLocks noGrp="1"/>
          </p:cNvSpPr>
          <p:nvPr>
            <p:ph sz="quarter" idx="14" hasCustomPrompt="1"/>
          </p:nvPr>
        </p:nvSpPr>
        <p:spPr>
          <a:xfrm>
            <a:off x="838200" y="1863725"/>
            <a:ext cx="10515600" cy="40449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4" name="矩形 13"/>
          <p:cNvSpPr/>
          <p:nvPr userDrawn="1"/>
        </p:nvSpPr>
        <p:spPr>
          <a:xfrm>
            <a:off x="0" y="6123216"/>
            <a:ext cx="12192000" cy="54614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>
              <a:solidFill>
                <a:prstClr val="white"/>
              </a:solidFill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0" y="6669360"/>
            <a:ext cx="12192000" cy="188640"/>
          </a:xfrm>
          <a:prstGeom prst="rect">
            <a:avLst/>
          </a:prstGeom>
          <a:solidFill>
            <a:srgbClr val="3D89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prstClr val="white"/>
              </a:solidFill>
            </a:endParaRPr>
          </a:p>
        </p:txBody>
      </p:sp>
      <p:sp>
        <p:nvSpPr>
          <p:cNvPr id="10" name="内容占位符 9"/>
          <p:cNvSpPr>
            <a:spLocks noGrp="1"/>
          </p:cNvSpPr>
          <p:nvPr>
            <p:ph sz="quarter" idx="15" hasCustomPrompt="1"/>
          </p:nvPr>
        </p:nvSpPr>
        <p:spPr>
          <a:xfrm>
            <a:off x="838201" y="204166"/>
            <a:ext cx="4976284" cy="571500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877881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D7636-5BE1-44BC-BB5F-15739D9E18E1}" type="datetimeFigureOut">
              <a:rPr lang="zh-CN" altLang="en-US" smtClean="0"/>
              <a:t>2024/12/30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0E1D-24C4-406F-9615-DBDA8D2D1F93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-1" y="-2439"/>
            <a:ext cx="12194383" cy="718411"/>
            <a:chOff x="-1" y="190175"/>
            <a:chExt cx="9145786" cy="525795"/>
          </a:xfrm>
        </p:grpSpPr>
        <p:sp>
          <p:nvSpPr>
            <p:cNvPr id="7" name="任意多边形 4"/>
            <p:cNvSpPr/>
            <p:nvPr/>
          </p:nvSpPr>
          <p:spPr>
            <a:xfrm>
              <a:off x="1" y="190175"/>
              <a:ext cx="9143999" cy="490975"/>
            </a:xfrm>
            <a:custGeom>
              <a:avLst/>
              <a:gdLst>
                <a:gd name="connsiteX0" fmla="*/ 0 w 12191999"/>
                <a:gd name="connsiteY0" fmla="*/ 0 h 647700"/>
                <a:gd name="connsiteX1" fmla="*/ 12191999 w 12191999"/>
                <a:gd name="connsiteY1" fmla="*/ 0 h 647700"/>
                <a:gd name="connsiteX2" fmla="*/ 12191999 w 12191999"/>
                <a:gd name="connsiteY2" fmla="*/ 4171 h 647700"/>
                <a:gd name="connsiteX3" fmla="*/ 8600846 w 12191999"/>
                <a:gd name="connsiteY3" fmla="*/ 4171 h 647700"/>
                <a:gd name="connsiteX4" fmla="*/ 8223451 w 12191999"/>
                <a:gd name="connsiteY4" fmla="*/ 647700 h 647700"/>
                <a:gd name="connsiteX5" fmla="*/ 0 w 12191999"/>
                <a:gd name="connsiteY5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1999" h="647700">
                  <a:moveTo>
                    <a:pt x="0" y="0"/>
                  </a:moveTo>
                  <a:lnTo>
                    <a:pt x="12191999" y="0"/>
                  </a:lnTo>
                  <a:lnTo>
                    <a:pt x="12191999" y="4171"/>
                  </a:lnTo>
                  <a:lnTo>
                    <a:pt x="8600846" y="4171"/>
                  </a:lnTo>
                  <a:lnTo>
                    <a:pt x="8223451" y="647700"/>
                  </a:lnTo>
                  <a:lnTo>
                    <a:pt x="0" y="647700"/>
                  </a:lnTo>
                  <a:close/>
                </a:path>
              </a:pathLst>
            </a:custGeom>
            <a:solidFill>
              <a:srgbClr val="3D89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  <p:sp>
          <p:nvSpPr>
            <p:cNvPr id="8" name="任意多边形 5"/>
            <p:cNvSpPr/>
            <p:nvPr/>
          </p:nvSpPr>
          <p:spPr>
            <a:xfrm>
              <a:off x="-1" y="191961"/>
              <a:ext cx="9144000" cy="524009"/>
            </a:xfrm>
            <a:custGeom>
              <a:avLst/>
              <a:gdLst>
                <a:gd name="connsiteX0" fmla="*/ 8649011 w 12192000"/>
                <a:gd name="connsiteY0" fmla="*/ 0 h 698678"/>
                <a:gd name="connsiteX1" fmla="*/ 12192000 w 12192000"/>
                <a:gd name="connsiteY1" fmla="*/ 0 h 698678"/>
                <a:gd name="connsiteX2" fmla="*/ 12192000 w 12192000"/>
                <a:gd name="connsiteY2" fmla="*/ 45719 h 698678"/>
                <a:gd name="connsiteX3" fmla="*/ 8689612 w 12192000"/>
                <a:gd name="connsiteY3" fmla="*/ 45719 h 698678"/>
                <a:gd name="connsiteX4" fmla="*/ 8309954 w 12192000"/>
                <a:gd name="connsiteY4" fmla="*/ 698678 h 698678"/>
                <a:gd name="connsiteX5" fmla="*/ 8149486 w 12192000"/>
                <a:gd name="connsiteY5" fmla="*/ 698678 h 698678"/>
                <a:gd name="connsiteX6" fmla="*/ 8149901 w 12192000"/>
                <a:gd name="connsiteY6" fmla="*/ 697970 h 698678"/>
                <a:gd name="connsiteX7" fmla="*/ 0 w 12192000"/>
                <a:gd name="connsiteY7" fmla="*/ 697970 h 698678"/>
                <a:gd name="connsiteX8" fmla="*/ 0 w 12192000"/>
                <a:gd name="connsiteY8" fmla="*/ 652251 h 698678"/>
                <a:gd name="connsiteX9" fmla="*/ 8176713 w 12192000"/>
                <a:gd name="connsiteY9" fmla="*/ 652251 h 698678"/>
                <a:gd name="connsiteX10" fmla="*/ 8557764 w 12192000"/>
                <a:gd name="connsiteY10" fmla="*/ 2487 h 698678"/>
                <a:gd name="connsiteX11" fmla="*/ 8649011 w 12192000"/>
                <a:gd name="connsiteY11" fmla="*/ 2487 h 698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698678">
                  <a:moveTo>
                    <a:pt x="8649011" y="0"/>
                  </a:moveTo>
                  <a:lnTo>
                    <a:pt x="12192000" y="0"/>
                  </a:lnTo>
                  <a:lnTo>
                    <a:pt x="12192000" y="45719"/>
                  </a:lnTo>
                  <a:lnTo>
                    <a:pt x="8689612" y="45719"/>
                  </a:lnTo>
                  <a:lnTo>
                    <a:pt x="8309954" y="698678"/>
                  </a:lnTo>
                  <a:lnTo>
                    <a:pt x="8149486" y="698678"/>
                  </a:lnTo>
                  <a:lnTo>
                    <a:pt x="8149901" y="697970"/>
                  </a:lnTo>
                  <a:lnTo>
                    <a:pt x="0" y="697970"/>
                  </a:lnTo>
                  <a:lnTo>
                    <a:pt x="0" y="652251"/>
                  </a:lnTo>
                  <a:lnTo>
                    <a:pt x="8176713" y="652251"/>
                  </a:lnTo>
                  <a:lnTo>
                    <a:pt x="8557764" y="2487"/>
                  </a:lnTo>
                  <a:lnTo>
                    <a:pt x="8649011" y="2487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  <p:sp>
          <p:nvSpPr>
            <p:cNvPr id="9" name="任意多边形 6"/>
            <p:cNvSpPr/>
            <p:nvPr/>
          </p:nvSpPr>
          <p:spPr>
            <a:xfrm>
              <a:off x="6231369" y="228409"/>
              <a:ext cx="2914416" cy="485775"/>
            </a:xfrm>
            <a:custGeom>
              <a:avLst/>
              <a:gdLst>
                <a:gd name="connsiteX0" fmla="*/ 379841 w 3885888"/>
                <a:gd name="connsiteY0" fmla="*/ 0 h 647700"/>
                <a:gd name="connsiteX1" fmla="*/ 3885888 w 3885888"/>
                <a:gd name="connsiteY1" fmla="*/ 0 h 647700"/>
                <a:gd name="connsiteX2" fmla="*/ 3885888 w 3885888"/>
                <a:gd name="connsiteY2" fmla="*/ 647700 h 647700"/>
                <a:gd name="connsiteX3" fmla="*/ 0 w 3885888"/>
                <a:gd name="connsiteY3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5888" h="647700">
                  <a:moveTo>
                    <a:pt x="379841" y="0"/>
                  </a:moveTo>
                  <a:lnTo>
                    <a:pt x="3885888" y="0"/>
                  </a:lnTo>
                  <a:lnTo>
                    <a:pt x="3885888" y="647700"/>
                  </a:lnTo>
                  <a:lnTo>
                    <a:pt x="0" y="647700"/>
                  </a:lnTo>
                  <a:close/>
                </a:path>
              </a:pathLst>
            </a:custGeom>
            <a:solidFill>
              <a:srgbClr val="3D89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</p:grpSp>
      <p:sp>
        <p:nvSpPr>
          <p:cNvPr id="11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522818" y="948744"/>
            <a:ext cx="9459383" cy="544391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3" name="内容占位符 12"/>
          <p:cNvSpPr>
            <a:spLocks noGrp="1"/>
          </p:cNvSpPr>
          <p:nvPr>
            <p:ph sz="quarter" idx="14" hasCustomPrompt="1"/>
          </p:nvPr>
        </p:nvSpPr>
        <p:spPr>
          <a:xfrm>
            <a:off x="838200" y="1863725"/>
            <a:ext cx="10515600" cy="40449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4" name="矩形 13"/>
          <p:cNvSpPr/>
          <p:nvPr userDrawn="1"/>
        </p:nvSpPr>
        <p:spPr>
          <a:xfrm>
            <a:off x="0" y="6123216"/>
            <a:ext cx="12192000" cy="54614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>
              <a:solidFill>
                <a:prstClr val="white"/>
              </a:solidFill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0" y="6669360"/>
            <a:ext cx="12192000" cy="188640"/>
          </a:xfrm>
          <a:prstGeom prst="rect">
            <a:avLst/>
          </a:prstGeom>
          <a:solidFill>
            <a:srgbClr val="3D89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prstClr val="white"/>
              </a:solidFill>
            </a:endParaRPr>
          </a:p>
        </p:txBody>
      </p:sp>
      <p:sp>
        <p:nvSpPr>
          <p:cNvPr id="10" name="内容占位符 9"/>
          <p:cNvSpPr>
            <a:spLocks noGrp="1"/>
          </p:cNvSpPr>
          <p:nvPr>
            <p:ph sz="quarter" idx="15" hasCustomPrompt="1"/>
          </p:nvPr>
        </p:nvSpPr>
        <p:spPr>
          <a:xfrm>
            <a:off x="838201" y="204166"/>
            <a:ext cx="4976284" cy="571500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1973901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D7636-5BE1-44BC-BB5F-15739D9E18E1}" type="datetimeFigureOut">
              <a:rPr lang="zh-CN" altLang="en-US" smtClean="0"/>
              <a:t>2024/12/30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0E1D-24C4-406F-9615-DBDA8D2D1F93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-1" y="-2439"/>
            <a:ext cx="12194383" cy="718411"/>
            <a:chOff x="-1" y="190175"/>
            <a:chExt cx="9145786" cy="525795"/>
          </a:xfrm>
        </p:grpSpPr>
        <p:sp>
          <p:nvSpPr>
            <p:cNvPr id="7" name="任意多边形 4"/>
            <p:cNvSpPr/>
            <p:nvPr/>
          </p:nvSpPr>
          <p:spPr>
            <a:xfrm>
              <a:off x="1" y="190175"/>
              <a:ext cx="9143999" cy="490975"/>
            </a:xfrm>
            <a:custGeom>
              <a:avLst/>
              <a:gdLst>
                <a:gd name="connsiteX0" fmla="*/ 0 w 12191999"/>
                <a:gd name="connsiteY0" fmla="*/ 0 h 647700"/>
                <a:gd name="connsiteX1" fmla="*/ 12191999 w 12191999"/>
                <a:gd name="connsiteY1" fmla="*/ 0 h 647700"/>
                <a:gd name="connsiteX2" fmla="*/ 12191999 w 12191999"/>
                <a:gd name="connsiteY2" fmla="*/ 4171 h 647700"/>
                <a:gd name="connsiteX3" fmla="*/ 8600846 w 12191999"/>
                <a:gd name="connsiteY3" fmla="*/ 4171 h 647700"/>
                <a:gd name="connsiteX4" fmla="*/ 8223451 w 12191999"/>
                <a:gd name="connsiteY4" fmla="*/ 647700 h 647700"/>
                <a:gd name="connsiteX5" fmla="*/ 0 w 12191999"/>
                <a:gd name="connsiteY5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1999" h="647700">
                  <a:moveTo>
                    <a:pt x="0" y="0"/>
                  </a:moveTo>
                  <a:lnTo>
                    <a:pt x="12191999" y="0"/>
                  </a:lnTo>
                  <a:lnTo>
                    <a:pt x="12191999" y="4171"/>
                  </a:lnTo>
                  <a:lnTo>
                    <a:pt x="8600846" y="4171"/>
                  </a:lnTo>
                  <a:lnTo>
                    <a:pt x="8223451" y="647700"/>
                  </a:lnTo>
                  <a:lnTo>
                    <a:pt x="0" y="647700"/>
                  </a:lnTo>
                  <a:close/>
                </a:path>
              </a:pathLst>
            </a:custGeom>
            <a:solidFill>
              <a:srgbClr val="3D89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  <p:sp>
          <p:nvSpPr>
            <p:cNvPr id="8" name="任意多边形 5"/>
            <p:cNvSpPr/>
            <p:nvPr/>
          </p:nvSpPr>
          <p:spPr>
            <a:xfrm>
              <a:off x="-1" y="191961"/>
              <a:ext cx="9144000" cy="524009"/>
            </a:xfrm>
            <a:custGeom>
              <a:avLst/>
              <a:gdLst>
                <a:gd name="connsiteX0" fmla="*/ 8649011 w 12192000"/>
                <a:gd name="connsiteY0" fmla="*/ 0 h 698678"/>
                <a:gd name="connsiteX1" fmla="*/ 12192000 w 12192000"/>
                <a:gd name="connsiteY1" fmla="*/ 0 h 698678"/>
                <a:gd name="connsiteX2" fmla="*/ 12192000 w 12192000"/>
                <a:gd name="connsiteY2" fmla="*/ 45719 h 698678"/>
                <a:gd name="connsiteX3" fmla="*/ 8689612 w 12192000"/>
                <a:gd name="connsiteY3" fmla="*/ 45719 h 698678"/>
                <a:gd name="connsiteX4" fmla="*/ 8309954 w 12192000"/>
                <a:gd name="connsiteY4" fmla="*/ 698678 h 698678"/>
                <a:gd name="connsiteX5" fmla="*/ 8149486 w 12192000"/>
                <a:gd name="connsiteY5" fmla="*/ 698678 h 698678"/>
                <a:gd name="connsiteX6" fmla="*/ 8149901 w 12192000"/>
                <a:gd name="connsiteY6" fmla="*/ 697970 h 698678"/>
                <a:gd name="connsiteX7" fmla="*/ 0 w 12192000"/>
                <a:gd name="connsiteY7" fmla="*/ 697970 h 698678"/>
                <a:gd name="connsiteX8" fmla="*/ 0 w 12192000"/>
                <a:gd name="connsiteY8" fmla="*/ 652251 h 698678"/>
                <a:gd name="connsiteX9" fmla="*/ 8176713 w 12192000"/>
                <a:gd name="connsiteY9" fmla="*/ 652251 h 698678"/>
                <a:gd name="connsiteX10" fmla="*/ 8557764 w 12192000"/>
                <a:gd name="connsiteY10" fmla="*/ 2487 h 698678"/>
                <a:gd name="connsiteX11" fmla="*/ 8649011 w 12192000"/>
                <a:gd name="connsiteY11" fmla="*/ 2487 h 698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698678">
                  <a:moveTo>
                    <a:pt x="8649011" y="0"/>
                  </a:moveTo>
                  <a:lnTo>
                    <a:pt x="12192000" y="0"/>
                  </a:lnTo>
                  <a:lnTo>
                    <a:pt x="12192000" y="45719"/>
                  </a:lnTo>
                  <a:lnTo>
                    <a:pt x="8689612" y="45719"/>
                  </a:lnTo>
                  <a:lnTo>
                    <a:pt x="8309954" y="698678"/>
                  </a:lnTo>
                  <a:lnTo>
                    <a:pt x="8149486" y="698678"/>
                  </a:lnTo>
                  <a:lnTo>
                    <a:pt x="8149901" y="697970"/>
                  </a:lnTo>
                  <a:lnTo>
                    <a:pt x="0" y="697970"/>
                  </a:lnTo>
                  <a:lnTo>
                    <a:pt x="0" y="652251"/>
                  </a:lnTo>
                  <a:lnTo>
                    <a:pt x="8176713" y="652251"/>
                  </a:lnTo>
                  <a:lnTo>
                    <a:pt x="8557764" y="2487"/>
                  </a:lnTo>
                  <a:lnTo>
                    <a:pt x="8649011" y="2487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  <p:sp>
          <p:nvSpPr>
            <p:cNvPr id="9" name="任意多边形 6"/>
            <p:cNvSpPr/>
            <p:nvPr/>
          </p:nvSpPr>
          <p:spPr>
            <a:xfrm>
              <a:off x="6231369" y="228409"/>
              <a:ext cx="2914416" cy="485775"/>
            </a:xfrm>
            <a:custGeom>
              <a:avLst/>
              <a:gdLst>
                <a:gd name="connsiteX0" fmla="*/ 379841 w 3885888"/>
                <a:gd name="connsiteY0" fmla="*/ 0 h 647700"/>
                <a:gd name="connsiteX1" fmla="*/ 3885888 w 3885888"/>
                <a:gd name="connsiteY1" fmla="*/ 0 h 647700"/>
                <a:gd name="connsiteX2" fmla="*/ 3885888 w 3885888"/>
                <a:gd name="connsiteY2" fmla="*/ 647700 h 647700"/>
                <a:gd name="connsiteX3" fmla="*/ 0 w 3885888"/>
                <a:gd name="connsiteY3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5888" h="647700">
                  <a:moveTo>
                    <a:pt x="379841" y="0"/>
                  </a:moveTo>
                  <a:lnTo>
                    <a:pt x="3885888" y="0"/>
                  </a:lnTo>
                  <a:lnTo>
                    <a:pt x="3885888" y="647700"/>
                  </a:lnTo>
                  <a:lnTo>
                    <a:pt x="0" y="647700"/>
                  </a:lnTo>
                  <a:close/>
                </a:path>
              </a:pathLst>
            </a:custGeom>
            <a:solidFill>
              <a:srgbClr val="3D89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</p:grpSp>
      <p:sp>
        <p:nvSpPr>
          <p:cNvPr id="11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522818" y="948744"/>
            <a:ext cx="9459383" cy="544391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3" name="内容占位符 12"/>
          <p:cNvSpPr>
            <a:spLocks noGrp="1"/>
          </p:cNvSpPr>
          <p:nvPr>
            <p:ph sz="quarter" idx="14" hasCustomPrompt="1"/>
          </p:nvPr>
        </p:nvSpPr>
        <p:spPr>
          <a:xfrm>
            <a:off x="838200" y="1863725"/>
            <a:ext cx="10515600" cy="40449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4" name="矩形 13"/>
          <p:cNvSpPr/>
          <p:nvPr userDrawn="1"/>
        </p:nvSpPr>
        <p:spPr>
          <a:xfrm>
            <a:off x="0" y="6123216"/>
            <a:ext cx="12192000" cy="54614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>
              <a:solidFill>
                <a:prstClr val="white"/>
              </a:solidFill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0" y="6669360"/>
            <a:ext cx="12192000" cy="188640"/>
          </a:xfrm>
          <a:prstGeom prst="rect">
            <a:avLst/>
          </a:prstGeom>
          <a:solidFill>
            <a:srgbClr val="3D89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prstClr val="white"/>
              </a:solidFill>
            </a:endParaRPr>
          </a:p>
        </p:txBody>
      </p:sp>
      <p:sp>
        <p:nvSpPr>
          <p:cNvPr id="10" name="内容占位符 9"/>
          <p:cNvSpPr>
            <a:spLocks noGrp="1"/>
          </p:cNvSpPr>
          <p:nvPr>
            <p:ph sz="quarter" idx="15" hasCustomPrompt="1"/>
          </p:nvPr>
        </p:nvSpPr>
        <p:spPr>
          <a:xfrm>
            <a:off x="838201" y="204166"/>
            <a:ext cx="4976284" cy="571500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087768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D7636-5BE1-44BC-BB5F-15739D9E18E1}" type="datetimeFigureOut">
              <a:rPr lang="zh-CN" altLang="en-US" smtClean="0"/>
              <a:t>2024/12/30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0E1D-24C4-406F-9615-DBDA8D2D1F93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-1" y="-2439"/>
            <a:ext cx="12194383" cy="718411"/>
            <a:chOff x="-1" y="190175"/>
            <a:chExt cx="9145786" cy="525795"/>
          </a:xfrm>
        </p:grpSpPr>
        <p:sp>
          <p:nvSpPr>
            <p:cNvPr id="7" name="任意多边形 4"/>
            <p:cNvSpPr/>
            <p:nvPr/>
          </p:nvSpPr>
          <p:spPr>
            <a:xfrm>
              <a:off x="1" y="190175"/>
              <a:ext cx="9143999" cy="490975"/>
            </a:xfrm>
            <a:custGeom>
              <a:avLst/>
              <a:gdLst>
                <a:gd name="connsiteX0" fmla="*/ 0 w 12191999"/>
                <a:gd name="connsiteY0" fmla="*/ 0 h 647700"/>
                <a:gd name="connsiteX1" fmla="*/ 12191999 w 12191999"/>
                <a:gd name="connsiteY1" fmla="*/ 0 h 647700"/>
                <a:gd name="connsiteX2" fmla="*/ 12191999 w 12191999"/>
                <a:gd name="connsiteY2" fmla="*/ 4171 h 647700"/>
                <a:gd name="connsiteX3" fmla="*/ 8600846 w 12191999"/>
                <a:gd name="connsiteY3" fmla="*/ 4171 h 647700"/>
                <a:gd name="connsiteX4" fmla="*/ 8223451 w 12191999"/>
                <a:gd name="connsiteY4" fmla="*/ 647700 h 647700"/>
                <a:gd name="connsiteX5" fmla="*/ 0 w 12191999"/>
                <a:gd name="connsiteY5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1999" h="647700">
                  <a:moveTo>
                    <a:pt x="0" y="0"/>
                  </a:moveTo>
                  <a:lnTo>
                    <a:pt x="12191999" y="0"/>
                  </a:lnTo>
                  <a:lnTo>
                    <a:pt x="12191999" y="4171"/>
                  </a:lnTo>
                  <a:lnTo>
                    <a:pt x="8600846" y="4171"/>
                  </a:lnTo>
                  <a:lnTo>
                    <a:pt x="8223451" y="647700"/>
                  </a:lnTo>
                  <a:lnTo>
                    <a:pt x="0" y="647700"/>
                  </a:lnTo>
                  <a:close/>
                </a:path>
              </a:pathLst>
            </a:custGeom>
            <a:solidFill>
              <a:srgbClr val="3D89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  <p:sp>
          <p:nvSpPr>
            <p:cNvPr id="8" name="任意多边形 5"/>
            <p:cNvSpPr/>
            <p:nvPr/>
          </p:nvSpPr>
          <p:spPr>
            <a:xfrm>
              <a:off x="-1" y="191961"/>
              <a:ext cx="9144000" cy="524009"/>
            </a:xfrm>
            <a:custGeom>
              <a:avLst/>
              <a:gdLst>
                <a:gd name="connsiteX0" fmla="*/ 8649011 w 12192000"/>
                <a:gd name="connsiteY0" fmla="*/ 0 h 698678"/>
                <a:gd name="connsiteX1" fmla="*/ 12192000 w 12192000"/>
                <a:gd name="connsiteY1" fmla="*/ 0 h 698678"/>
                <a:gd name="connsiteX2" fmla="*/ 12192000 w 12192000"/>
                <a:gd name="connsiteY2" fmla="*/ 45719 h 698678"/>
                <a:gd name="connsiteX3" fmla="*/ 8689612 w 12192000"/>
                <a:gd name="connsiteY3" fmla="*/ 45719 h 698678"/>
                <a:gd name="connsiteX4" fmla="*/ 8309954 w 12192000"/>
                <a:gd name="connsiteY4" fmla="*/ 698678 h 698678"/>
                <a:gd name="connsiteX5" fmla="*/ 8149486 w 12192000"/>
                <a:gd name="connsiteY5" fmla="*/ 698678 h 698678"/>
                <a:gd name="connsiteX6" fmla="*/ 8149901 w 12192000"/>
                <a:gd name="connsiteY6" fmla="*/ 697970 h 698678"/>
                <a:gd name="connsiteX7" fmla="*/ 0 w 12192000"/>
                <a:gd name="connsiteY7" fmla="*/ 697970 h 698678"/>
                <a:gd name="connsiteX8" fmla="*/ 0 w 12192000"/>
                <a:gd name="connsiteY8" fmla="*/ 652251 h 698678"/>
                <a:gd name="connsiteX9" fmla="*/ 8176713 w 12192000"/>
                <a:gd name="connsiteY9" fmla="*/ 652251 h 698678"/>
                <a:gd name="connsiteX10" fmla="*/ 8557764 w 12192000"/>
                <a:gd name="connsiteY10" fmla="*/ 2487 h 698678"/>
                <a:gd name="connsiteX11" fmla="*/ 8649011 w 12192000"/>
                <a:gd name="connsiteY11" fmla="*/ 2487 h 698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698678">
                  <a:moveTo>
                    <a:pt x="8649011" y="0"/>
                  </a:moveTo>
                  <a:lnTo>
                    <a:pt x="12192000" y="0"/>
                  </a:lnTo>
                  <a:lnTo>
                    <a:pt x="12192000" y="45719"/>
                  </a:lnTo>
                  <a:lnTo>
                    <a:pt x="8689612" y="45719"/>
                  </a:lnTo>
                  <a:lnTo>
                    <a:pt x="8309954" y="698678"/>
                  </a:lnTo>
                  <a:lnTo>
                    <a:pt x="8149486" y="698678"/>
                  </a:lnTo>
                  <a:lnTo>
                    <a:pt x="8149901" y="697970"/>
                  </a:lnTo>
                  <a:lnTo>
                    <a:pt x="0" y="697970"/>
                  </a:lnTo>
                  <a:lnTo>
                    <a:pt x="0" y="652251"/>
                  </a:lnTo>
                  <a:lnTo>
                    <a:pt x="8176713" y="652251"/>
                  </a:lnTo>
                  <a:lnTo>
                    <a:pt x="8557764" y="2487"/>
                  </a:lnTo>
                  <a:lnTo>
                    <a:pt x="8649011" y="2487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  <p:sp>
          <p:nvSpPr>
            <p:cNvPr id="9" name="任意多边形 6"/>
            <p:cNvSpPr/>
            <p:nvPr/>
          </p:nvSpPr>
          <p:spPr>
            <a:xfrm>
              <a:off x="6231369" y="228409"/>
              <a:ext cx="2914416" cy="485775"/>
            </a:xfrm>
            <a:custGeom>
              <a:avLst/>
              <a:gdLst>
                <a:gd name="connsiteX0" fmla="*/ 379841 w 3885888"/>
                <a:gd name="connsiteY0" fmla="*/ 0 h 647700"/>
                <a:gd name="connsiteX1" fmla="*/ 3885888 w 3885888"/>
                <a:gd name="connsiteY1" fmla="*/ 0 h 647700"/>
                <a:gd name="connsiteX2" fmla="*/ 3885888 w 3885888"/>
                <a:gd name="connsiteY2" fmla="*/ 647700 h 647700"/>
                <a:gd name="connsiteX3" fmla="*/ 0 w 3885888"/>
                <a:gd name="connsiteY3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5888" h="647700">
                  <a:moveTo>
                    <a:pt x="379841" y="0"/>
                  </a:moveTo>
                  <a:lnTo>
                    <a:pt x="3885888" y="0"/>
                  </a:lnTo>
                  <a:lnTo>
                    <a:pt x="3885888" y="647700"/>
                  </a:lnTo>
                  <a:lnTo>
                    <a:pt x="0" y="647700"/>
                  </a:lnTo>
                  <a:close/>
                </a:path>
              </a:pathLst>
            </a:custGeom>
            <a:solidFill>
              <a:srgbClr val="3D89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</p:grpSp>
      <p:sp>
        <p:nvSpPr>
          <p:cNvPr id="11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522818" y="948744"/>
            <a:ext cx="9459383" cy="544391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3" name="内容占位符 12"/>
          <p:cNvSpPr>
            <a:spLocks noGrp="1"/>
          </p:cNvSpPr>
          <p:nvPr>
            <p:ph sz="quarter" idx="14" hasCustomPrompt="1"/>
          </p:nvPr>
        </p:nvSpPr>
        <p:spPr>
          <a:xfrm>
            <a:off x="838200" y="1863725"/>
            <a:ext cx="10515600" cy="40449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4" name="矩形 13"/>
          <p:cNvSpPr/>
          <p:nvPr userDrawn="1"/>
        </p:nvSpPr>
        <p:spPr>
          <a:xfrm>
            <a:off x="0" y="6123216"/>
            <a:ext cx="12192000" cy="54614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>
              <a:solidFill>
                <a:prstClr val="white"/>
              </a:solidFill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0" y="6669360"/>
            <a:ext cx="12192000" cy="188640"/>
          </a:xfrm>
          <a:prstGeom prst="rect">
            <a:avLst/>
          </a:prstGeom>
          <a:solidFill>
            <a:srgbClr val="3D89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prstClr val="white"/>
              </a:solidFill>
            </a:endParaRPr>
          </a:p>
        </p:txBody>
      </p:sp>
      <p:sp>
        <p:nvSpPr>
          <p:cNvPr id="10" name="内容占位符 9"/>
          <p:cNvSpPr>
            <a:spLocks noGrp="1"/>
          </p:cNvSpPr>
          <p:nvPr>
            <p:ph sz="quarter" idx="15" hasCustomPrompt="1"/>
          </p:nvPr>
        </p:nvSpPr>
        <p:spPr>
          <a:xfrm>
            <a:off x="838201" y="204166"/>
            <a:ext cx="4976284" cy="571500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5111603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D7636-5BE1-44BC-BB5F-15739D9E18E1}" type="datetimeFigureOut">
              <a:rPr lang="zh-CN" altLang="en-US" smtClean="0"/>
              <a:t>2024/12/30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0E1D-24C4-406F-9615-DBDA8D2D1F93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-1" y="-2439"/>
            <a:ext cx="12194383" cy="718411"/>
            <a:chOff x="-1" y="190175"/>
            <a:chExt cx="9145786" cy="525795"/>
          </a:xfrm>
        </p:grpSpPr>
        <p:sp>
          <p:nvSpPr>
            <p:cNvPr id="7" name="任意多边形 4"/>
            <p:cNvSpPr/>
            <p:nvPr/>
          </p:nvSpPr>
          <p:spPr>
            <a:xfrm>
              <a:off x="1" y="190175"/>
              <a:ext cx="9143999" cy="490975"/>
            </a:xfrm>
            <a:custGeom>
              <a:avLst/>
              <a:gdLst>
                <a:gd name="connsiteX0" fmla="*/ 0 w 12191999"/>
                <a:gd name="connsiteY0" fmla="*/ 0 h 647700"/>
                <a:gd name="connsiteX1" fmla="*/ 12191999 w 12191999"/>
                <a:gd name="connsiteY1" fmla="*/ 0 h 647700"/>
                <a:gd name="connsiteX2" fmla="*/ 12191999 w 12191999"/>
                <a:gd name="connsiteY2" fmla="*/ 4171 h 647700"/>
                <a:gd name="connsiteX3" fmla="*/ 8600846 w 12191999"/>
                <a:gd name="connsiteY3" fmla="*/ 4171 h 647700"/>
                <a:gd name="connsiteX4" fmla="*/ 8223451 w 12191999"/>
                <a:gd name="connsiteY4" fmla="*/ 647700 h 647700"/>
                <a:gd name="connsiteX5" fmla="*/ 0 w 12191999"/>
                <a:gd name="connsiteY5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1999" h="647700">
                  <a:moveTo>
                    <a:pt x="0" y="0"/>
                  </a:moveTo>
                  <a:lnTo>
                    <a:pt x="12191999" y="0"/>
                  </a:lnTo>
                  <a:lnTo>
                    <a:pt x="12191999" y="4171"/>
                  </a:lnTo>
                  <a:lnTo>
                    <a:pt x="8600846" y="4171"/>
                  </a:lnTo>
                  <a:lnTo>
                    <a:pt x="8223451" y="647700"/>
                  </a:lnTo>
                  <a:lnTo>
                    <a:pt x="0" y="647700"/>
                  </a:lnTo>
                  <a:close/>
                </a:path>
              </a:pathLst>
            </a:custGeom>
            <a:solidFill>
              <a:srgbClr val="3D89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  <p:sp>
          <p:nvSpPr>
            <p:cNvPr id="8" name="任意多边形 5"/>
            <p:cNvSpPr/>
            <p:nvPr/>
          </p:nvSpPr>
          <p:spPr>
            <a:xfrm>
              <a:off x="-1" y="191961"/>
              <a:ext cx="9144000" cy="524009"/>
            </a:xfrm>
            <a:custGeom>
              <a:avLst/>
              <a:gdLst>
                <a:gd name="connsiteX0" fmla="*/ 8649011 w 12192000"/>
                <a:gd name="connsiteY0" fmla="*/ 0 h 698678"/>
                <a:gd name="connsiteX1" fmla="*/ 12192000 w 12192000"/>
                <a:gd name="connsiteY1" fmla="*/ 0 h 698678"/>
                <a:gd name="connsiteX2" fmla="*/ 12192000 w 12192000"/>
                <a:gd name="connsiteY2" fmla="*/ 45719 h 698678"/>
                <a:gd name="connsiteX3" fmla="*/ 8689612 w 12192000"/>
                <a:gd name="connsiteY3" fmla="*/ 45719 h 698678"/>
                <a:gd name="connsiteX4" fmla="*/ 8309954 w 12192000"/>
                <a:gd name="connsiteY4" fmla="*/ 698678 h 698678"/>
                <a:gd name="connsiteX5" fmla="*/ 8149486 w 12192000"/>
                <a:gd name="connsiteY5" fmla="*/ 698678 h 698678"/>
                <a:gd name="connsiteX6" fmla="*/ 8149901 w 12192000"/>
                <a:gd name="connsiteY6" fmla="*/ 697970 h 698678"/>
                <a:gd name="connsiteX7" fmla="*/ 0 w 12192000"/>
                <a:gd name="connsiteY7" fmla="*/ 697970 h 698678"/>
                <a:gd name="connsiteX8" fmla="*/ 0 w 12192000"/>
                <a:gd name="connsiteY8" fmla="*/ 652251 h 698678"/>
                <a:gd name="connsiteX9" fmla="*/ 8176713 w 12192000"/>
                <a:gd name="connsiteY9" fmla="*/ 652251 h 698678"/>
                <a:gd name="connsiteX10" fmla="*/ 8557764 w 12192000"/>
                <a:gd name="connsiteY10" fmla="*/ 2487 h 698678"/>
                <a:gd name="connsiteX11" fmla="*/ 8649011 w 12192000"/>
                <a:gd name="connsiteY11" fmla="*/ 2487 h 698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698678">
                  <a:moveTo>
                    <a:pt x="8649011" y="0"/>
                  </a:moveTo>
                  <a:lnTo>
                    <a:pt x="12192000" y="0"/>
                  </a:lnTo>
                  <a:lnTo>
                    <a:pt x="12192000" y="45719"/>
                  </a:lnTo>
                  <a:lnTo>
                    <a:pt x="8689612" y="45719"/>
                  </a:lnTo>
                  <a:lnTo>
                    <a:pt x="8309954" y="698678"/>
                  </a:lnTo>
                  <a:lnTo>
                    <a:pt x="8149486" y="698678"/>
                  </a:lnTo>
                  <a:lnTo>
                    <a:pt x="8149901" y="697970"/>
                  </a:lnTo>
                  <a:lnTo>
                    <a:pt x="0" y="697970"/>
                  </a:lnTo>
                  <a:lnTo>
                    <a:pt x="0" y="652251"/>
                  </a:lnTo>
                  <a:lnTo>
                    <a:pt x="8176713" y="652251"/>
                  </a:lnTo>
                  <a:lnTo>
                    <a:pt x="8557764" y="2487"/>
                  </a:lnTo>
                  <a:lnTo>
                    <a:pt x="8649011" y="2487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  <p:sp>
          <p:nvSpPr>
            <p:cNvPr id="9" name="任意多边形 6"/>
            <p:cNvSpPr/>
            <p:nvPr/>
          </p:nvSpPr>
          <p:spPr>
            <a:xfrm>
              <a:off x="6231369" y="228409"/>
              <a:ext cx="2914416" cy="485775"/>
            </a:xfrm>
            <a:custGeom>
              <a:avLst/>
              <a:gdLst>
                <a:gd name="connsiteX0" fmla="*/ 379841 w 3885888"/>
                <a:gd name="connsiteY0" fmla="*/ 0 h 647700"/>
                <a:gd name="connsiteX1" fmla="*/ 3885888 w 3885888"/>
                <a:gd name="connsiteY1" fmla="*/ 0 h 647700"/>
                <a:gd name="connsiteX2" fmla="*/ 3885888 w 3885888"/>
                <a:gd name="connsiteY2" fmla="*/ 647700 h 647700"/>
                <a:gd name="connsiteX3" fmla="*/ 0 w 3885888"/>
                <a:gd name="connsiteY3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5888" h="647700">
                  <a:moveTo>
                    <a:pt x="379841" y="0"/>
                  </a:moveTo>
                  <a:lnTo>
                    <a:pt x="3885888" y="0"/>
                  </a:lnTo>
                  <a:lnTo>
                    <a:pt x="3885888" y="647700"/>
                  </a:lnTo>
                  <a:lnTo>
                    <a:pt x="0" y="647700"/>
                  </a:lnTo>
                  <a:close/>
                </a:path>
              </a:pathLst>
            </a:custGeom>
            <a:solidFill>
              <a:srgbClr val="3D89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</p:grpSp>
      <p:sp>
        <p:nvSpPr>
          <p:cNvPr id="11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522818" y="948744"/>
            <a:ext cx="9459383" cy="544391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3" name="内容占位符 12"/>
          <p:cNvSpPr>
            <a:spLocks noGrp="1"/>
          </p:cNvSpPr>
          <p:nvPr>
            <p:ph sz="quarter" idx="14" hasCustomPrompt="1"/>
          </p:nvPr>
        </p:nvSpPr>
        <p:spPr>
          <a:xfrm>
            <a:off x="838200" y="1863725"/>
            <a:ext cx="10515600" cy="40449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4" name="矩形 13"/>
          <p:cNvSpPr/>
          <p:nvPr userDrawn="1"/>
        </p:nvSpPr>
        <p:spPr>
          <a:xfrm>
            <a:off x="0" y="6123216"/>
            <a:ext cx="12192000" cy="54614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>
              <a:solidFill>
                <a:prstClr val="white"/>
              </a:solidFill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0" y="6669360"/>
            <a:ext cx="12192000" cy="188640"/>
          </a:xfrm>
          <a:prstGeom prst="rect">
            <a:avLst/>
          </a:prstGeom>
          <a:solidFill>
            <a:srgbClr val="3D89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prstClr val="white"/>
              </a:solidFill>
            </a:endParaRPr>
          </a:p>
        </p:txBody>
      </p:sp>
      <p:sp>
        <p:nvSpPr>
          <p:cNvPr id="10" name="内容占位符 9"/>
          <p:cNvSpPr>
            <a:spLocks noGrp="1"/>
          </p:cNvSpPr>
          <p:nvPr>
            <p:ph sz="quarter" idx="15" hasCustomPrompt="1"/>
          </p:nvPr>
        </p:nvSpPr>
        <p:spPr>
          <a:xfrm>
            <a:off x="838201" y="204166"/>
            <a:ext cx="4976284" cy="571500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9090813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D7636-5BE1-44BC-BB5F-15739D9E18E1}" type="datetimeFigureOut">
              <a:rPr lang="zh-CN" altLang="en-US" smtClean="0"/>
              <a:t>2024/12/30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0E1D-24C4-406F-9615-DBDA8D2D1F93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-1" y="-2439"/>
            <a:ext cx="12194383" cy="718411"/>
            <a:chOff x="-1" y="190175"/>
            <a:chExt cx="9145786" cy="525795"/>
          </a:xfrm>
        </p:grpSpPr>
        <p:sp>
          <p:nvSpPr>
            <p:cNvPr id="7" name="任意多边形 4"/>
            <p:cNvSpPr/>
            <p:nvPr/>
          </p:nvSpPr>
          <p:spPr>
            <a:xfrm>
              <a:off x="1" y="190175"/>
              <a:ext cx="9143999" cy="490975"/>
            </a:xfrm>
            <a:custGeom>
              <a:avLst/>
              <a:gdLst>
                <a:gd name="connsiteX0" fmla="*/ 0 w 12191999"/>
                <a:gd name="connsiteY0" fmla="*/ 0 h 647700"/>
                <a:gd name="connsiteX1" fmla="*/ 12191999 w 12191999"/>
                <a:gd name="connsiteY1" fmla="*/ 0 h 647700"/>
                <a:gd name="connsiteX2" fmla="*/ 12191999 w 12191999"/>
                <a:gd name="connsiteY2" fmla="*/ 4171 h 647700"/>
                <a:gd name="connsiteX3" fmla="*/ 8600846 w 12191999"/>
                <a:gd name="connsiteY3" fmla="*/ 4171 h 647700"/>
                <a:gd name="connsiteX4" fmla="*/ 8223451 w 12191999"/>
                <a:gd name="connsiteY4" fmla="*/ 647700 h 647700"/>
                <a:gd name="connsiteX5" fmla="*/ 0 w 12191999"/>
                <a:gd name="connsiteY5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1999" h="647700">
                  <a:moveTo>
                    <a:pt x="0" y="0"/>
                  </a:moveTo>
                  <a:lnTo>
                    <a:pt x="12191999" y="0"/>
                  </a:lnTo>
                  <a:lnTo>
                    <a:pt x="12191999" y="4171"/>
                  </a:lnTo>
                  <a:lnTo>
                    <a:pt x="8600846" y="4171"/>
                  </a:lnTo>
                  <a:lnTo>
                    <a:pt x="8223451" y="647700"/>
                  </a:lnTo>
                  <a:lnTo>
                    <a:pt x="0" y="647700"/>
                  </a:lnTo>
                  <a:close/>
                </a:path>
              </a:pathLst>
            </a:custGeom>
            <a:solidFill>
              <a:srgbClr val="3D89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  <p:sp>
          <p:nvSpPr>
            <p:cNvPr id="8" name="任意多边形 5"/>
            <p:cNvSpPr/>
            <p:nvPr/>
          </p:nvSpPr>
          <p:spPr>
            <a:xfrm>
              <a:off x="-1" y="191961"/>
              <a:ext cx="9144000" cy="524009"/>
            </a:xfrm>
            <a:custGeom>
              <a:avLst/>
              <a:gdLst>
                <a:gd name="connsiteX0" fmla="*/ 8649011 w 12192000"/>
                <a:gd name="connsiteY0" fmla="*/ 0 h 698678"/>
                <a:gd name="connsiteX1" fmla="*/ 12192000 w 12192000"/>
                <a:gd name="connsiteY1" fmla="*/ 0 h 698678"/>
                <a:gd name="connsiteX2" fmla="*/ 12192000 w 12192000"/>
                <a:gd name="connsiteY2" fmla="*/ 45719 h 698678"/>
                <a:gd name="connsiteX3" fmla="*/ 8689612 w 12192000"/>
                <a:gd name="connsiteY3" fmla="*/ 45719 h 698678"/>
                <a:gd name="connsiteX4" fmla="*/ 8309954 w 12192000"/>
                <a:gd name="connsiteY4" fmla="*/ 698678 h 698678"/>
                <a:gd name="connsiteX5" fmla="*/ 8149486 w 12192000"/>
                <a:gd name="connsiteY5" fmla="*/ 698678 h 698678"/>
                <a:gd name="connsiteX6" fmla="*/ 8149901 w 12192000"/>
                <a:gd name="connsiteY6" fmla="*/ 697970 h 698678"/>
                <a:gd name="connsiteX7" fmla="*/ 0 w 12192000"/>
                <a:gd name="connsiteY7" fmla="*/ 697970 h 698678"/>
                <a:gd name="connsiteX8" fmla="*/ 0 w 12192000"/>
                <a:gd name="connsiteY8" fmla="*/ 652251 h 698678"/>
                <a:gd name="connsiteX9" fmla="*/ 8176713 w 12192000"/>
                <a:gd name="connsiteY9" fmla="*/ 652251 h 698678"/>
                <a:gd name="connsiteX10" fmla="*/ 8557764 w 12192000"/>
                <a:gd name="connsiteY10" fmla="*/ 2487 h 698678"/>
                <a:gd name="connsiteX11" fmla="*/ 8649011 w 12192000"/>
                <a:gd name="connsiteY11" fmla="*/ 2487 h 698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698678">
                  <a:moveTo>
                    <a:pt x="8649011" y="0"/>
                  </a:moveTo>
                  <a:lnTo>
                    <a:pt x="12192000" y="0"/>
                  </a:lnTo>
                  <a:lnTo>
                    <a:pt x="12192000" y="45719"/>
                  </a:lnTo>
                  <a:lnTo>
                    <a:pt x="8689612" y="45719"/>
                  </a:lnTo>
                  <a:lnTo>
                    <a:pt x="8309954" y="698678"/>
                  </a:lnTo>
                  <a:lnTo>
                    <a:pt x="8149486" y="698678"/>
                  </a:lnTo>
                  <a:lnTo>
                    <a:pt x="8149901" y="697970"/>
                  </a:lnTo>
                  <a:lnTo>
                    <a:pt x="0" y="697970"/>
                  </a:lnTo>
                  <a:lnTo>
                    <a:pt x="0" y="652251"/>
                  </a:lnTo>
                  <a:lnTo>
                    <a:pt x="8176713" y="652251"/>
                  </a:lnTo>
                  <a:lnTo>
                    <a:pt x="8557764" y="2487"/>
                  </a:lnTo>
                  <a:lnTo>
                    <a:pt x="8649011" y="2487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  <p:sp>
          <p:nvSpPr>
            <p:cNvPr id="9" name="任意多边形 6"/>
            <p:cNvSpPr/>
            <p:nvPr/>
          </p:nvSpPr>
          <p:spPr>
            <a:xfrm>
              <a:off x="6231369" y="228409"/>
              <a:ext cx="2914416" cy="485775"/>
            </a:xfrm>
            <a:custGeom>
              <a:avLst/>
              <a:gdLst>
                <a:gd name="connsiteX0" fmla="*/ 379841 w 3885888"/>
                <a:gd name="connsiteY0" fmla="*/ 0 h 647700"/>
                <a:gd name="connsiteX1" fmla="*/ 3885888 w 3885888"/>
                <a:gd name="connsiteY1" fmla="*/ 0 h 647700"/>
                <a:gd name="connsiteX2" fmla="*/ 3885888 w 3885888"/>
                <a:gd name="connsiteY2" fmla="*/ 647700 h 647700"/>
                <a:gd name="connsiteX3" fmla="*/ 0 w 3885888"/>
                <a:gd name="connsiteY3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5888" h="647700">
                  <a:moveTo>
                    <a:pt x="379841" y="0"/>
                  </a:moveTo>
                  <a:lnTo>
                    <a:pt x="3885888" y="0"/>
                  </a:lnTo>
                  <a:lnTo>
                    <a:pt x="3885888" y="647700"/>
                  </a:lnTo>
                  <a:lnTo>
                    <a:pt x="0" y="647700"/>
                  </a:lnTo>
                  <a:close/>
                </a:path>
              </a:pathLst>
            </a:custGeom>
            <a:solidFill>
              <a:srgbClr val="3D89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</p:grpSp>
      <p:sp>
        <p:nvSpPr>
          <p:cNvPr id="11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522818" y="948744"/>
            <a:ext cx="9459383" cy="544391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3" name="内容占位符 12"/>
          <p:cNvSpPr>
            <a:spLocks noGrp="1"/>
          </p:cNvSpPr>
          <p:nvPr>
            <p:ph sz="quarter" idx="14" hasCustomPrompt="1"/>
          </p:nvPr>
        </p:nvSpPr>
        <p:spPr>
          <a:xfrm>
            <a:off x="838200" y="1863725"/>
            <a:ext cx="10515600" cy="40449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4" name="矩形 13"/>
          <p:cNvSpPr/>
          <p:nvPr userDrawn="1"/>
        </p:nvSpPr>
        <p:spPr>
          <a:xfrm>
            <a:off x="0" y="6123216"/>
            <a:ext cx="12192000" cy="54614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>
              <a:solidFill>
                <a:prstClr val="white"/>
              </a:solidFill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0" y="6669360"/>
            <a:ext cx="12192000" cy="188640"/>
          </a:xfrm>
          <a:prstGeom prst="rect">
            <a:avLst/>
          </a:prstGeom>
          <a:solidFill>
            <a:srgbClr val="3D89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prstClr val="white"/>
              </a:solidFill>
            </a:endParaRPr>
          </a:p>
        </p:txBody>
      </p:sp>
      <p:sp>
        <p:nvSpPr>
          <p:cNvPr id="10" name="内容占位符 9"/>
          <p:cNvSpPr>
            <a:spLocks noGrp="1"/>
          </p:cNvSpPr>
          <p:nvPr>
            <p:ph sz="quarter" idx="15" hasCustomPrompt="1"/>
          </p:nvPr>
        </p:nvSpPr>
        <p:spPr>
          <a:xfrm>
            <a:off x="838201" y="204166"/>
            <a:ext cx="4976284" cy="571500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04377121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D7636-5BE1-44BC-BB5F-15739D9E18E1}" type="datetimeFigureOut">
              <a:rPr lang="zh-CN" altLang="en-US" smtClean="0"/>
              <a:t>2024/12/30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0E1D-24C4-406F-9615-DBDA8D2D1F93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-1" y="-2439"/>
            <a:ext cx="12194383" cy="718411"/>
            <a:chOff x="-1" y="190175"/>
            <a:chExt cx="9145786" cy="525795"/>
          </a:xfrm>
        </p:grpSpPr>
        <p:sp>
          <p:nvSpPr>
            <p:cNvPr id="7" name="任意多边形 4"/>
            <p:cNvSpPr/>
            <p:nvPr/>
          </p:nvSpPr>
          <p:spPr>
            <a:xfrm>
              <a:off x="1" y="190175"/>
              <a:ext cx="9143999" cy="490975"/>
            </a:xfrm>
            <a:custGeom>
              <a:avLst/>
              <a:gdLst>
                <a:gd name="connsiteX0" fmla="*/ 0 w 12191999"/>
                <a:gd name="connsiteY0" fmla="*/ 0 h 647700"/>
                <a:gd name="connsiteX1" fmla="*/ 12191999 w 12191999"/>
                <a:gd name="connsiteY1" fmla="*/ 0 h 647700"/>
                <a:gd name="connsiteX2" fmla="*/ 12191999 w 12191999"/>
                <a:gd name="connsiteY2" fmla="*/ 4171 h 647700"/>
                <a:gd name="connsiteX3" fmla="*/ 8600846 w 12191999"/>
                <a:gd name="connsiteY3" fmla="*/ 4171 h 647700"/>
                <a:gd name="connsiteX4" fmla="*/ 8223451 w 12191999"/>
                <a:gd name="connsiteY4" fmla="*/ 647700 h 647700"/>
                <a:gd name="connsiteX5" fmla="*/ 0 w 12191999"/>
                <a:gd name="connsiteY5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1999" h="647700">
                  <a:moveTo>
                    <a:pt x="0" y="0"/>
                  </a:moveTo>
                  <a:lnTo>
                    <a:pt x="12191999" y="0"/>
                  </a:lnTo>
                  <a:lnTo>
                    <a:pt x="12191999" y="4171"/>
                  </a:lnTo>
                  <a:lnTo>
                    <a:pt x="8600846" y="4171"/>
                  </a:lnTo>
                  <a:lnTo>
                    <a:pt x="8223451" y="647700"/>
                  </a:lnTo>
                  <a:lnTo>
                    <a:pt x="0" y="647700"/>
                  </a:lnTo>
                  <a:close/>
                </a:path>
              </a:pathLst>
            </a:custGeom>
            <a:solidFill>
              <a:srgbClr val="3D89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  <p:sp>
          <p:nvSpPr>
            <p:cNvPr id="8" name="任意多边形 5"/>
            <p:cNvSpPr/>
            <p:nvPr/>
          </p:nvSpPr>
          <p:spPr>
            <a:xfrm>
              <a:off x="-1" y="191961"/>
              <a:ext cx="9144000" cy="524009"/>
            </a:xfrm>
            <a:custGeom>
              <a:avLst/>
              <a:gdLst>
                <a:gd name="connsiteX0" fmla="*/ 8649011 w 12192000"/>
                <a:gd name="connsiteY0" fmla="*/ 0 h 698678"/>
                <a:gd name="connsiteX1" fmla="*/ 12192000 w 12192000"/>
                <a:gd name="connsiteY1" fmla="*/ 0 h 698678"/>
                <a:gd name="connsiteX2" fmla="*/ 12192000 w 12192000"/>
                <a:gd name="connsiteY2" fmla="*/ 45719 h 698678"/>
                <a:gd name="connsiteX3" fmla="*/ 8689612 w 12192000"/>
                <a:gd name="connsiteY3" fmla="*/ 45719 h 698678"/>
                <a:gd name="connsiteX4" fmla="*/ 8309954 w 12192000"/>
                <a:gd name="connsiteY4" fmla="*/ 698678 h 698678"/>
                <a:gd name="connsiteX5" fmla="*/ 8149486 w 12192000"/>
                <a:gd name="connsiteY5" fmla="*/ 698678 h 698678"/>
                <a:gd name="connsiteX6" fmla="*/ 8149901 w 12192000"/>
                <a:gd name="connsiteY6" fmla="*/ 697970 h 698678"/>
                <a:gd name="connsiteX7" fmla="*/ 0 w 12192000"/>
                <a:gd name="connsiteY7" fmla="*/ 697970 h 698678"/>
                <a:gd name="connsiteX8" fmla="*/ 0 w 12192000"/>
                <a:gd name="connsiteY8" fmla="*/ 652251 h 698678"/>
                <a:gd name="connsiteX9" fmla="*/ 8176713 w 12192000"/>
                <a:gd name="connsiteY9" fmla="*/ 652251 h 698678"/>
                <a:gd name="connsiteX10" fmla="*/ 8557764 w 12192000"/>
                <a:gd name="connsiteY10" fmla="*/ 2487 h 698678"/>
                <a:gd name="connsiteX11" fmla="*/ 8649011 w 12192000"/>
                <a:gd name="connsiteY11" fmla="*/ 2487 h 698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698678">
                  <a:moveTo>
                    <a:pt x="8649011" y="0"/>
                  </a:moveTo>
                  <a:lnTo>
                    <a:pt x="12192000" y="0"/>
                  </a:lnTo>
                  <a:lnTo>
                    <a:pt x="12192000" y="45719"/>
                  </a:lnTo>
                  <a:lnTo>
                    <a:pt x="8689612" y="45719"/>
                  </a:lnTo>
                  <a:lnTo>
                    <a:pt x="8309954" y="698678"/>
                  </a:lnTo>
                  <a:lnTo>
                    <a:pt x="8149486" y="698678"/>
                  </a:lnTo>
                  <a:lnTo>
                    <a:pt x="8149901" y="697970"/>
                  </a:lnTo>
                  <a:lnTo>
                    <a:pt x="0" y="697970"/>
                  </a:lnTo>
                  <a:lnTo>
                    <a:pt x="0" y="652251"/>
                  </a:lnTo>
                  <a:lnTo>
                    <a:pt x="8176713" y="652251"/>
                  </a:lnTo>
                  <a:lnTo>
                    <a:pt x="8557764" y="2487"/>
                  </a:lnTo>
                  <a:lnTo>
                    <a:pt x="8649011" y="2487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  <p:sp>
          <p:nvSpPr>
            <p:cNvPr id="9" name="任意多边形 6"/>
            <p:cNvSpPr/>
            <p:nvPr/>
          </p:nvSpPr>
          <p:spPr>
            <a:xfrm>
              <a:off x="6231369" y="228409"/>
              <a:ext cx="2914416" cy="485775"/>
            </a:xfrm>
            <a:custGeom>
              <a:avLst/>
              <a:gdLst>
                <a:gd name="connsiteX0" fmla="*/ 379841 w 3885888"/>
                <a:gd name="connsiteY0" fmla="*/ 0 h 647700"/>
                <a:gd name="connsiteX1" fmla="*/ 3885888 w 3885888"/>
                <a:gd name="connsiteY1" fmla="*/ 0 h 647700"/>
                <a:gd name="connsiteX2" fmla="*/ 3885888 w 3885888"/>
                <a:gd name="connsiteY2" fmla="*/ 647700 h 647700"/>
                <a:gd name="connsiteX3" fmla="*/ 0 w 3885888"/>
                <a:gd name="connsiteY3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5888" h="647700">
                  <a:moveTo>
                    <a:pt x="379841" y="0"/>
                  </a:moveTo>
                  <a:lnTo>
                    <a:pt x="3885888" y="0"/>
                  </a:lnTo>
                  <a:lnTo>
                    <a:pt x="3885888" y="647700"/>
                  </a:lnTo>
                  <a:lnTo>
                    <a:pt x="0" y="647700"/>
                  </a:lnTo>
                  <a:close/>
                </a:path>
              </a:pathLst>
            </a:custGeom>
            <a:solidFill>
              <a:srgbClr val="3D89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</p:grpSp>
      <p:sp>
        <p:nvSpPr>
          <p:cNvPr id="11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522818" y="948744"/>
            <a:ext cx="9459383" cy="544391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3" name="内容占位符 12"/>
          <p:cNvSpPr>
            <a:spLocks noGrp="1"/>
          </p:cNvSpPr>
          <p:nvPr>
            <p:ph sz="quarter" idx="14" hasCustomPrompt="1"/>
          </p:nvPr>
        </p:nvSpPr>
        <p:spPr>
          <a:xfrm>
            <a:off x="838200" y="1863725"/>
            <a:ext cx="10515600" cy="40449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4" name="矩形 13"/>
          <p:cNvSpPr/>
          <p:nvPr userDrawn="1"/>
        </p:nvSpPr>
        <p:spPr>
          <a:xfrm>
            <a:off x="0" y="6123216"/>
            <a:ext cx="12192000" cy="54614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>
              <a:solidFill>
                <a:prstClr val="white"/>
              </a:solidFill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0" y="6669360"/>
            <a:ext cx="12192000" cy="188640"/>
          </a:xfrm>
          <a:prstGeom prst="rect">
            <a:avLst/>
          </a:prstGeom>
          <a:solidFill>
            <a:srgbClr val="3D89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prstClr val="white"/>
              </a:solidFill>
            </a:endParaRPr>
          </a:p>
        </p:txBody>
      </p:sp>
      <p:sp>
        <p:nvSpPr>
          <p:cNvPr id="10" name="内容占位符 9"/>
          <p:cNvSpPr>
            <a:spLocks noGrp="1"/>
          </p:cNvSpPr>
          <p:nvPr>
            <p:ph sz="quarter" idx="15" hasCustomPrompt="1"/>
          </p:nvPr>
        </p:nvSpPr>
        <p:spPr>
          <a:xfrm>
            <a:off x="838201" y="204166"/>
            <a:ext cx="4976284" cy="571500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4866112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D7636-5BE1-44BC-BB5F-15739D9E18E1}" type="datetimeFigureOut">
              <a:rPr lang="zh-CN" altLang="en-US" smtClean="0"/>
              <a:t>2024/12/30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0E1D-24C4-406F-9615-DBDA8D2D1F93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-1" y="-2439"/>
            <a:ext cx="12194383" cy="718411"/>
            <a:chOff x="-1" y="190175"/>
            <a:chExt cx="9145786" cy="525795"/>
          </a:xfrm>
        </p:grpSpPr>
        <p:sp>
          <p:nvSpPr>
            <p:cNvPr id="7" name="任意多边形 4"/>
            <p:cNvSpPr/>
            <p:nvPr/>
          </p:nvSpPr>
          <p:spPr>
            <a:xfrm>
              <a:off x="1" y="190175"/>
              <a:ext cx="9143999" cy="490975"/>
            </a:xfrm>
            <a:custGeom>
              <a:avLst/>
              <a:gdLst>
                <a:gd name="connsiteX0" fmla="*/ 0 w 12191999"/>
                <a:gd name="connsiteY0" fmla="*/ 0 h 647700"/>
                <a:gd name="connsiteX1" fmla="*/ 12191999 w 12191999"/>
                <a:gd name="connsiteY1" fmla="*/ 0 h 647700"/>
                <a:gd name="connsiteX2" fmla="*/ 12191999 w 12191999"/>
                <a:gd name="connsiteY2" fmla="*/ 4171 h 647700"/>
                <a:gd name="connsiteX3" fmla="*/ 8600846 w 12191999"/>
                <a:gd name="connsiteY3" fmla="*/ 4171 h 647700"/>
                <a:gd name="connsiteX4" fmla="*/ 8223451 w 12191999"/>
                <a:gd name="connsiteY4" fmla="*/ 647700 h 647700"/>
                <a:gd name="connsiteX5" fmla="*/ 0 w 12191999"/>
                <a:gd name="connsiteY5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1999" h="647700">
                  <a:moveTo>
                    <a:pt x="0" y="0"/>
                  </a:moveTo>
                  <a:lnTo>
                    <a:pt x="12191999" y="0"/>
                  </a:lnTo>
                  <a:lnTo>
                    <a:pt x="12191999" y="4171"/>
                  </a:lnTo>
                  <a:lnTo>
                    <a:pt x="8600846" y="4171"/>
                  </a:lnTo>
                  <a:lnTo>
                    <a:pt x="8223451" y="647700"/>
                  </a:lnTo>
                  <a:lnTo>
                    <a:pt x="0" y="647700"/>
                  </a:lnTo>
                  <a:close/>
                </a:path>
              </a:pathLst>
            </a:custGeom>
            <a:solidFill>
              <a:srgbClr val="3D89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  <p:sp>
          <p:nvSpPr>
            <p:cNvPr id="8" name="任意多边形 5"/>
            <p:cNvSpPr/>
            <p:nvPr/>
          </p:nvSpPr>
          <p:spPr>
            <a:xfrm>
              <a:off x="-1" y="191961"/>
              <a:ext cx="9144000" cy="524009"/>
            </a:xfrm>
            <a:custGeom>
              <a:avLst/>
              <a:gdLst>
                <a:gd name="connsiteX0" fmla="*/ 8649011 w 12192000"/>
                <a:gd name="connsiteY0" fmla="*/ 0 h 698678"/>
                <a:gd name="connsiteX1" fmla="*/ 12192000 w 12192000"/>
                <a:gd name="connsiteY1" fmla="*/ 0 h 698678"/>
                <a:gd name="connsiteX2" fmla="*/ 12192000 w 12192000"/>
                <a:gd name="connsiteY2" fmla="*/ 45719 h 698678"/>
                <a:gd name="connsiteX3" fmla="*/ 8689612 w 12192000"/>
                <a:gd name="connsiteY3" fmla="*/ 45719 h 698678"/>
                <a:gd name="connsiteX4" fmla="*/ 8309954 w 12192000"/>
                <a:gd name="connsiteY4" fmla="*/ 698678 h 698678"/>
                <a:gd name="connsiteX5" fmla="*/ 8149486 w 12192000"/>
                <a:gd name="connsiteY5" fmla="*/ 698678 h 698678"/>
                <a:gd name="connsiteX6" fmla="*/ 8149901 w 12192000"/>
                <a:gd name="connsiteY6" fmla="*/ 697970 h 698678"/>
                <a:gd name="connsiteX7" fmla="*/ 0 w 12192000"/>
                <a:gd name="connsiteY7" fmla="*/ 697970 h 698678"/>
                <a:gd name="connsiteX8" fmla="*/ 0 w 12192000"/>
                <a:gd name="connsiteY8" fmla="*/ 652251 h 698678"/>
                <a:gd name="connsiteX9" fmla="*/ 8176713 w 12192000"/>
                <a:gd name="connsiteY9" fmla="*/ 652251 h 698678"/>
                <a:gd name="connsiteX10" fmla="*/ 8557764 w 12192000"/>
                <a:gd name="connsiteY10" fmla="*/ 2487 h 698678"/>
                <a:gd name="connsiteX11" fmla="*/ 8649011 w 12192000"/>
                <a:gd name="connsiteY11" fmla="*/ 2487 h 698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698678">
                  <a:moveTo>
                    <a:pt x="8649011" y="0"/>
                  </a:moveTo>
                  <a:lnTo>
                    <a:pt x="12192000" y="0"/>
                  </a:lnTo>
                  <a:lnTo>
                    <a:pt x="12192000" y="45719"/>
                  </a:lnTo>
                  <a:lnTo>
                    <a:pt x="8689612" y="45719"/>
                  </a:lnTo>
                  <a:lnTo>
                    <a:pt x="8309954" y="698678"/>
                  </a:lnTo>
                  <a:lnTo>
                    <a:pt x="8149486" y="698678"/>
                  </a:lnTo>
                  <a:lnTo>
                    <a:pt x="8149901" y="697970"/>
                  </a:lnTo>
                  <a:lnTo>
                    <a:pt x="0" y="697970"/>
                  </a:lnTo>
                  <a:lnTo>
                    <a:pt x="0" y="652251"/>
                  </a:lnTo>
                  <a:lnTo>
                    <a:pt x="8176713" y="652251"/>
                  </a:lnTo>
                  <a:lnTo>
                    <a:pt x="8557764" y="2487"/>
                  </a:lnTo>
                  <a:lnTo>
                    <a:pt x="8649011" y="2487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  <p:sp>
          <p:nvSpPr>
            <p:cNvPr id="9" name="任意多边形 6"/>
            <p:cNvSpPr/>
            <p:nvPr/>
          </p:nvSpPr>
          <p:spPr>
            <a:xfrm>
              <a:off x="6231369" y="228409"/>
              <a:ext cx="2914416" cy="485775"/>
            </a:xfrm>
            <a:custGeom>
              <a:avLst/>
              <a:gdLst>
                <a:gd name="connsiteX0" fmla="*/ 379841 w 3885888"/>
                <a:gd name="connsiteY0" fmla="*/ 0 h 647700"/>
                <a:gd name="connsiteX1" fmla="*/ 3885888 w 3885888"/>
                <a:gd name="connsiteY1" fmla="*/ 0 h 647700"/>
                <a:gd name="connsiteX2" fmla="*/ 3885888 w 3885888"/>
                <a:gd name="connsiteY2" fmla="*/ 647700 h 647700"/>
                <a:gd name="connsiteX3" fmla="*/ 0 w 3885888"/>
                <a:gd name="connsiteY3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5888" h="647700">
                  <a:moveTo>
                    <a:pt x="379841" y="0"/>
                  </a:moveTo>
                  <a:lnTo>
                    <a:pt x="3885888" y="0"/>
                  </a:lnTo>
                  <a:lnTo>
                    <a:pt x="3885888" y="647700"/>
                  </a:lnTo>
                  <a:lnTo>
                    <a:pt x="0" y="647700"/>
                  </a:lnTo>
                  <a:close/>
                </a:path>
              </a:pathLst>
            </a:custGeom>
            <a:solidFill>
              <a:srgbClr val="3D89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</p:grpSp>
      <p:sp>
        <p:nvSpPr>
          <p:cNvPr id="11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522818" y="948744"/>
            <a:ext cx="9459383" cy="544391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3" name="内容占位符 12"/>
          <p:cNvSpPr>
            <a:spLocks noGrp="1"/>
          </p:cNvSpPr>
          <p:nvPr>
            <p:ph sz="quarter" idx="14" hasCustomPrompt="1"/>
          </p:nvPr>
        </p:nvSpPr>
        <p:spPr>
          <a:xfrm>
            <a:off x="838200" y="1863725"/>
            <a:ext cx="10515600" cy="40449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4" name="矩形 13"/>
          <p:cNvSpPr/>
          <p:nvPr userDrawn="1"/>
        </p:nvSpPr>
        <p:spPr>
          <a:xfrm>
            <a:off x="0" y="6123216"/>
            <a:ext cx="12192000" cy="54614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>
              <a:solidFill>
                <a:prstClr val="white"/>
              </a:solidFill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0" y="6669360"/>
            <a:ext cx="12192000" cy="188640"/>
          </a:xfrm>
          <a:prstGeom prst="rect">
            <a:avLst/>
          </a:prstGeom>
          <a:solidFill>
            <a:srgbClr val="3D89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prstClr val="white"/>
              </a:solidFill>
            </a:endParaRPr>
          </a:p>
        </p:txBody>
      </p:sp>
      <p:sp>
        <p:nvSpPr>
          <p:cNvPr id="10" name="内容占位符 9"/>
          <p:cNvSpPr>
            <a:spLocks noGrp="1"/>
          </p:cNvSpPr>
          <p:nvPr>
            <p:ph sz="quarter" idx="15" hasCustomPrompt="1"/>
          </p:nvPr>
        </p:nvSpPr>
        <p:spPr>
          <a:xfrm>
            <a:off x="838201" y="204166"/>
            <a:ext cx="4976284" cy="571500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90884589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D7636-5BE1-44BC-BB5F-15739D9E18E1}" type="datetimeFigureOut">
              <a:rPr lang="zh-CN" altLang="en-US" smtClean="0"/>
              <a:t>2024/12/30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0E1D-24C4-406F-9615-DBDA8D2D1F93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-1" y="-2439"/>
            <a:ext cx="12194383" cy="718411"/>
            <a:chOff x="-1" y="190175"/>
            <a:chExt cx="9145786" cy="525795"/>
          </a:xfrm>
        </p:grpSpPr>
        <p:sp>
          <p:nvSpPr>
            <p:cNvPr id="7" name="任意多边形 4"/>
            <p:cNvSpPr/>
            <p:nvPr/>
          </p:nvSpPr>
          <p:spPr>
            <a:xfrm>
              <a:off x="1" y="190175"/>
              <a:ext cx="9143999" cy="490975"/>
            </a:xfrm>
            <a:custGeom>
              <a:avLst/>
              <a:gdLst>
                <a:gd name="connsiteX0" fmla="*/ 0 w 12191999"/>
                <a:gd name="connsiteY0" fmla="*/ 0 h 647700"/>
                <a:gd name="connsiteX1" fmla="*/ 12191999 w 12191999"/>
                <a:gd name="connsiteY1" fmla="*/ 0 h 647700"/>
                <a:gd name="connsiteX2" fmla="*/ 12191999 w 12191999"/>
                <a:gd name="connsiteY2" fmla="*/ 4171 h 647700"/>
                <a:gd name="connsiteX3" fmla="*/ 8600846 w 12191999"/>
                <a:gd name="connsiteY3" fmla="*/ 4171 h 647700"/>
                <a:gd name="connsiteX4" fmla="*/ 8223451 w 12191999"/>
                <a:gd name="connsiteY4" fmla="*/ 647700 h 647700"/>
                <a:gd name="connsiteX5" fmla="*/ 0 w 12191999"/>
                <a:gd name="connsiteY5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1999" h="647700">
                  <a:moveTo>
                    <a:pt x="0" y="0"/>
                  </a:moveTo>
                  <a:lnTo>
                    <a:pt x="12191999" y="0"/>
                  </a:lnTo>
                  <a:lnTo>
                    <a:pt x="12191999" y="4171"/>
                  </a:lnTo>
                  <a:lnTo>
                    <a:pt x="8600846" y="4171"/>
                  </a:lnTo>
                  <a:lnTo>
                    <a:pt x="8223451" y="647700"/>
                  </a:lnTo>
                  <a:lnTo>
                    <a:pt x="0" y="647700"/>
                  </a:lnTo>
                  <a:close/>
                </a:path>
              </a:pathLst>
            </a:custGeom>
            <a:solidFill>
              <a:srgbClr val="3D89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  <p:sp>
          <p:nvSpPr>
            <p:cNvPr id="8" name="任意多边形 5"/>
            <p:cNvSpPr/>
            <p:nvPr/>
          </p:nvSpPr>
          <p:spPr>
            <a:xfrm>
              <a:off x="-1" y="191961"/>
              <a:ext cx="9144000" cy="524009"/>
            </a:xfrm>
            <a:custGeom>
              <a:avLst/>
              <a:gdLst>
                <a:gd name="connsiteX0" fmla="*/ 8649011 w 12192000"/>
                <a:gd name="connsiteY0" fmla="*/ 0 h 698678"/>
                <a:gd name="connsiteX1" fmla="*/ 12192000 w 12192000"/>
                <a:gd name="connsiteY1" fmla="*/ 0 h 698678"/>
                <a:gd name="connsiteX2" fmla="*/ 12192000 w 12192000"/>
                <a:gd name="connsiteY2" fmla="*/ 45719 h 698678"/>
                <a:gd name="connsiteX3" fmla="*/ 8689612 w 12192000"/>
                <a:gd name="connsiteY3" fmla="*/ 45719 h 698678"/>
                <a:gd name="connsiteX4" fmla="*/ 8309954 w 12192000"/>
                <a:gd name="connsiteY4" fmla="*/ 698678 h 698678"/>
                <a:gd name="connsiteX5" fmla="*/ 8149486 w 12192000"/>
                <a:gd name="connsiteY5" fmla="*/ 698678 h 698678"/>
                <a:gd name="connsiteX6" fmla="*/ 8149901 w 12192000"/>
                <a:gd name="connsiteY6" fmla="*/ 697970 h 698678"/>
                <a:gd name="connsiteX7" fmla="*/ 0 w 12192000"/>
                <a:gd name="connsiteY7" fmla="*/ 697970 h 698678"/>
                <a:gd name="connsiteX8" fmla="*/ 0 w 12192000"/>
                <a:gd name="connsiteY8" fmla="*/ 652251 h 698678"/>
                <a:gd name="connsiteX9" fmla="*/ 8176713 w 12192000"/>
                <a:gd name="connsiteY9" fmla="*/ 652251 h 698678"/>
                <a:gd name="connsiteX10" fmla="*/ 8557764 w 12192000"/>
                <a:gd name="connsiteY10" fmla="*/ 2487 h 698678"/>
                <a:gd name="connsiteX11" fmla="*/ 8649011 w 12192000"/>
                <a:gd name="connsiteY11" fmla="*/ 2487 h 698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698678">
                  <a:moveTo>
                    <a:pt x="8649011" y="0"/>
                  </a:moveTo>
                  <a:lnTo>
                    <a:pt x="12192000" y="0"/>
                  </a:lnTo>
                  <a:lnTo>
                    <a:pt x="12192000" y="45719"/>
                  </a:lnTo>
                  <a:lnTo>
                    <a:pt x="8689612" y="45719"/>
                  </a:lnTo>
                  <a:lnTo>
                    <a:pt x="8309954" y="698678"/>
                  </a:lnTo>
                  <a:lnTo>
                    <a:pt x="8149486" y="698678"/>
                  </a:lnTo>
                  <a:lnTo>
                    <a:pt x="8149901" y="697970"/>
                  </a:lnTo>
                  <a:lnTo>
                    <a:pt x="0" y="697970"/>
                  </a:lnTo>
                  <a:lnTo>
                    <a:pt x="0" y="652251"/>
                  </a:lnTo>
                  <a:lnTo>
                    <a:pt x="8176713" y="652251"/>
                  </a:lnTo>
                  <a:lnTo>
                    <a:pt x="8557764" y="2487"/>
                  </a:lnTo>
                  <a:lnTo>
                    <a:pt x="8649011" y="2487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  <p:sp>
          <p:nvSpPr>
            <p:cNvPr id="9" name="任意多边形 6"/>
            <p:cNvSpPr/>
            <p:nvPr/>
          </p:nvSpPr>
          <p:spPr>
            <a:xfrm>
              <a:off x="6231369" y="228409"/>
              <a:ext cx="2914416" cy="485775"/>
            </a:xfrm>
            <a:custGeom>
              <a:avLst/>
              <a:gdLst>
                <a:gd name="connsiteX0" fmla="*/ 379841 w 3885888"/>
                <a:gd name="connsiteY0" fmla="*/ 0 h 647700"/>
                <a:gd name="connsiteX1" fmla="*/ 3885888 w 3885888"/>
                <a:gd name="connsiteY1" fmla="*/ 0 h 647700"/>
                <a:gd name="connsiteX2" fmla="*/ 3885888 w 3885888"/>
                <a:gd name="connsiteY2" fmla="*/ 647700 h 647700"/>
                <a:gd name="connsiteX3" fmla="*/ 0 w 3885888"/>
                <a:gd name="connsiteY3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5888" h="647700">
                  <a:moveTo>
                    <a:pt x="379841" y="0"/>
                  </a:moveTo>
                  <a:lnTo>
                    <a:pt x="3885888" y="0"/>
                  </a:lnTo>
                  <a:lnTo>
                    <a:pt x="3885888" y="647700"/>
                  </a:lnTo>
                  <a:lnTo>
                    <a:pt x="0" y="647700"/>
                  </a:lnTo>
                  <a:close/>
                </a:path>
              </a:pathLst>
            </a:custGeom>
            <a:solidFill>
              <a:srgbClr val="3D89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</p:grpSp>
      <p:sp>
        <p:nvSpPr>
          <p:cNvPr id="11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522818" y="948744"/>
            <a:ext cx="9459383" cy="544391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3" name="内容占位符 12"/>
          <p:cNvSpPr>
            <a:spLocks noGrp="1"/>
          </p:cNvSpPr>
          <p:nvPr>
            <p:ph sz="quarter" idx="14" hasCustomPrompt="1"/>
          </p:nvPr>
        </p:nvSpPr>
        <p:spPr>
          <a:xfrm>
            <a:off x="838200" y="1863725"/>
            <a:ext cx="10515600" cy="40449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4" name="矩形 13"/>
          <p:cNvSpPr/>
          <p:nvPr userDrawn="1"/>
        </p:nvSpPr>
        <p:spPr>
          <a:xfrm>
            <a:off x="0" y="6123216"/>
            <a:ext cx="12192000" cy="54614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>
              <a:solidFill>
                <a:prstClr val="white"/>
              </a:solidFill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0" y="6669360"/>
            <a:ext cx="12192000" cy="188640"/>
          </a:xfrm>
          <a:prstGeom prst="rect">
            <a:avLst/>
          </a:prstGeom>
          <a:solidFill>
            <a:srgbClr val="3D89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prstClr val="white"/>
              </a:solidFill>
            </a:endParaRPr>
          </a:p>
        </p:txBody>
      </p:sp>
      <p:sp>
        <p:nvSpPr>
          <p:cNvPr id="10" name="内容占位符 9"/>
          <p:cNvSpPr>
            <a:spLocks noGrp="1"/>
          </p:cNvSpPr>
          <p:nvPr>
            <p:ph sz="quarter" idx="15" hasCustomPrompt="1"/>
          </p:nvPr>
        </p:nvSpPr>
        <p:spPr>
          <a:xfrm>
            <a:off x="838201" y="204166"/>
            <a:ext cx="4976284" cy="571500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26823911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D7636-5BE1-44BC-BB5F-15739D9E18E1}" type="datetimeFigureOut">
              <a:rPr lang="zh-CN" altLang="en-US" smtClean="0"/>
              <a:t>2024/12/30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0E1D-24C4-406F-9615-DBDA8D2D1F93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-1" y="-2439"/>
            <a:ext cx="12194383" cy="718411"/>
            <a:chOff x="-1" y="190175"/>
            <a:chExt cx="9145786" cy="525795"/>
          </a:xfrm>
        </p:grpSpPr>
        <p:sp>
          <p:nvSpPr>
            <p:cNvPr id="7" name="任意多边形 4"/>
            <p:cNvSpPr/>
            <p:nvPr/>
          </p:nvSpPr>
          <p:spPr>
            <a:xfrm>
              <a:off x="1" y="190175"/>
              <a:ext cx="9143999" cy="490975"/>
            </a:xfrm>
            <a:custGeom>
              <a:avLst/>
              <a:gdLst>
                <a:gd name="connsiteX0" fmla="*/ 0 w 12191999"/>
                <a:gd name="connsiteY0" fmla="*/ 0 h 647700"/>
                <a:gd name="connsiteX1" fmla="*/ 12191999 w 12191999"/>
                <a:gd name="connsiteY1" fmla="*/ 0 h 647700"/>
                <a:gd name="connsiteX2" fmla="*/ 12191999 w 12191999"/>
                <a:gd name="connsiteY2" fmla="*/ 4171 h 647700"/>
                <a:gd name="connsiteX3" fmla="*/ 8600846 w 12191999"/>
                <a:gd name="connsiteY3" fmla="*/ 4171 h 647700"/>
                <a:gd name="connsiteX4" fmla="*/ 8223451 w 12191999"/>
                <a:gd name="connsiteY4" fmla="*/ 647700 h 647700"/>
                <a:gd name="connsiteX5" fmla="*/ 0 w 12191999"/>
                <a:gd name="connsiteY5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1999" h="647700">
                  <a:moveTo>
                    <a:pt x="0" y="0"/>
                  </a:moveTo>
                  <a:lnTo>
                    <a:pt x="12191999" y="0"/>
                  </a:lnTo>
                  <a:lnTo>
                    <a:pt x="12191999" y="4171"/>
                  </a:lnTo>
                  <a:lnTo>
                    <a:pt x="8600846" y="4171"/>
                  </a:lnTo>
                  <a:lnTo>
                    <a:pt x="8223451" y="647700"/>
                  </a:lnTo>
                  <a:lnTo>
                    <a:pt x="0" y="647700"/>
                  </a:lnTo>
                  <a:close/>
                </a:path>
              </a:pathLst>
            </a:custGeom>
            <a:solidFill>
              <a:srgbClr val="3D89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  <p:sp>
          <p:nvSpPr>
            <p:cNvPr id="8" name="任意多边形 5"/>
            <p:cNvSpPr/>
            <p:nvPr/>
          </p:nvSpPr>
          <p:spPr>
            <a:xfrm>
              <a:off x="-1" y="191961"/>
              <a:ext cx="9144000" cy="524009"/>
            </a:xfrm>
            <a:custGeom>
              <a:avLst/>
              <a:gdLst>
                <a:gd name="connsiteX0" fmla="*/ 8649011 w 12192000"/>
                <a:gd name="connsiteY0" fmla="*/ 0 h 698678"/>
                <a:gd name="connsiteX1" fmla="*/ 12192000 w 12192000"/>
                <a:gd name="connsiteY1" fmla="*/ 0 h 698678"/>
                <a:gd name="connsiteX2" fmla="*/ 12192000 w 12192000"/>
                <a:gd name="connsiteY2" fmla="*/ 45719 h 698678"/>
                <a:gd name="connsiteX3" fmla="*/ 8689612 w 12192000"/>
                <a:gd name="connsiteY3" fmla="*/ 45719 h 698678"/>
                <a:gd name="connsiteX4" fmla="*/ 8309954 w 12192000"/>
                <a:gd name="connsiteY4" fmla="*/ 698678 h 698678"/>
                <a:gd name="connsiteX5" fmla="*/ 8149486 w 12192000"/>
                <a:gd name="connsiteY5" fmla="*/ 698678 h 698678"/>
                <a:gd name="connsiteX6" fmla="*/ 8149901 w 12192000"/>
                <a:gd name="connsiteY6" fmla="*/ 697970 h 698678"/>
                <a:gd name="connsiteX7" fmla="*/ 0 w 12192000"/>
                <a:gd name="connsiteY7" fmla="*/ 697970 h 698678"/>
                <a:gd name="connsiteX8" fmla="*/ 0 w 12192000"/>
                <a:gd name="connsiteY8" fmla="*/ 652251 h 698678"/>
                <a:gd name="connsiteX9" fmla="*/ 8176713 w 12192000"/>
                <a:gd name="connsiteY9" fmla="*/ 652251 h 698678"/>
                <a:gd name="connsiteX10" fmla="*/ 8557764 w 12192000"/>
                <a:gd name="connsiteY10" fmla="*/ 2487 h 698678"/>
                <a:gd name="connsiteX11" fmla="*/ 8649011 w 12192000"/>
                <a:gd name="connsiteY11" fmla="*/ 2487 h 698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698678">
                  <a:moveTo>
                    <a:pt x="8649011" y="0"/>
                  </a:moveTo>
                  <a:lnTo>
                    <a:pt x="12192000" y="0"/>
                  </a:lnTo>
                  <a:lnTo>
                    <a:pt x="12192000" y="45719"/>
                  </a:lnTo>
                  <a:lnTo>
                    <a:pt x="8689612" y="45719"/>
                  </a:lnTo>
                  <a:lnTo>
                    <a:pt x="8309954" y="698678"/>
                  </a:lnTo>
                  <a:lnTo>
                    <a:pt x="8149486" y="698678"/>
                  </a:lnTo>
                  <a:lnTo>
                    <a:pt x="8149901" y="697970"/>
                  </a:lnTo>
                  <a:lnTo>
                    <a:pt x="0" y="697970"/>
                  </a:lnTo>
                  <a:lnTo>
                    <a:pt x="0" y="652251"/>
                  </a:lnTo>
                  <a:lnTo>
                    <a:pt x="8176713" y="652251"/>
                  </a:lnTo>
                  <a:lnTo>
                    <a:pt x="8557764" y="2487"/>
                  </a:lnTo>
                  <a:lnTo>
                    <a:pt x="8649011" y="2487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  <p:sp>
          <p:nvSpPr>
            <p:cNvPr id="9" name="任意多边形 6"/>
            <p:cNvSpPr/>
            <p:nvPr/>
          </p:nvSpPr>
          <p:spPr>
            <a:xfrm>
              <a:off x="6231369" y="228409"/>
              <a:ext cx="2914416" cy="485775"/>
            </a:xfrm>
            <a:custGeom>
              <a:avLst/>
              <a:gdLst>
                <a:gd name="connsiteX0" fmla="*/ 379841 w 3885888"/>
                <a:gd name="connsiteY0" fmla="*/ 0 h 647700"/>
                <a:gd name="connsiteX1" fmla="*/ 3885888 w 3885888"/>
                <a:gd name="connsiteY1" fmla="*/ 0 h 647700"/>
                <a:gd name="connsiteX2" fmla="*/ 3885888 w 3885888"/>
                <a:gd name="connsiteY2" fmla="*/ 647700 h 647700"/>
                <a:gd name="connsiteX3" fmla="*/ 0 w 3885888"/>
                <a:gd name="connsiteY3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5888" h="647700">
                  <a:moveTo>
                    <a:pt x="379841" y="0"/>
                  </a:moveTo>
                  <a:lnTo>
                    <a:pt x="3885888" y="0"/>
                  </a:lnTo>
                  <a:lnTo>
                    <a:pt x="3885888" y="647700"/>
                  </a:lnTo>
                  <a:lnTo>
                    <a:pt x="0" y="647700"/>
                  </a:lnTo>
                  <a:close/>
                </a:path>
              </a:pathLst>
            </a:custGeom>
            <a:solidFill>
              <a:srgbClr val="3D89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</p:grpSp>
      <p:sp>
        <p:nvSpPr>
          <p:cNvPr id="11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522818" y="948744"/>
            <a:ext cx="9459383" cy="544391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3" name="内容占位符 12"/>
          <p:cNvSpPr>
            <a:spLocks noGrp="1"/>
          </p:cNvSpPr>
          <p:nvPr>
            <p:ph sz="quarter" idx="14" hasCustomPrompt="1"/>
          </p:nvPr>
        </p:nvSpPr>
        <p:spPr>
          <a:xfrm>
            <a:off x="838200" y="1863725"/>
            <a:ext cx="10515600" cy="40449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4" name="矩形 13"/>
          <p:cNvSpPr/>
          <p:nvPr userDrawn="1"/>
        </p:nvSpPr>
        <p:spPr>
          <a:xfrm>
            <a:off x="0" y="6123216"/>
            <a:ext cx="12192000" cy="54614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>
              <a:solidFill>
                <a:prstClr val="white"/>
              </a:solidFill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0" y="6669360"/>
            <a:ext cx="12192000" cy="188640"/>
          </a:xfrm>
          <a:prstGeom prst="rect">
            <a:avLst/>
          </a:prstGeom>
          <a:solidFill>
            <a:srgbClr val="3D89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prstClr val="white"/>
              </a:solidFill>
            </a:endParaRPr>
          </a:p>
        </p:txBody>
      </p:sp>
      <p:sp>
        <p:nvSpPr>
          <p:cNvPr id="10" name="内容占位符 9"/>
          <p:cNvSpPr>
            <a:spLocks noGrp="1"/>
          </p:cNvSpPr>
          <p:nvPr>
            <p:ph sz="quarter" idx="15" hasCustomPrompt="1"/>
          </p:nvPr>
        </p:nvSpPr>
        <p:spPr>
          <a:xfrm>
            <a:off x="838201" y="204166"/>
            <a:ext cx="4976284" cy="571500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35771654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D7636-5BE1-44BC-BB5F-15739D9E18E1}" type="datetimeFigureOut">
              <a:rPr lang="zh-CN" altLang="en-US" smtClean="0"/>
              <a:t>2024/12/30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0E1D-24C4-406F-9615-DBDA8D2D1F93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-1" y="-2439"/>
            <a:ext cx="12194383" cy="718411"/>
            <a:chOff x="-1" y="190175"/>
            <a:chExt cx="9145786" cy="525795"/>
          </a:xfrm>
        </p:grpSpPr>
        <p:sp>
          <p:nvSpPr>
            <p:cNvPr id="7" name="任意多边形 4"/>
            <p:cNvSpPr/>
            <p:nvPr/>
          </p:nvSpPr>
          <p:spPr>
            <a:xfrm>
              <a:off x="1" y="190175"/>
              <a:ext cx="9143999" cy="490975"/>
            </a:xfrm>
            <a:custGeom>
              <a:avLst/>
              <a:gdLst>
                <a:gd name="connsiteX0" fmla="*/ 0 w 12191999"/>
                <a:gd name="connsiteY0" fmla="*/ 0 h 647700"/>
                <a:gd name="connsiteX1" fmla="*/ 12191999 w 12191999"/>
                <a:gd name="connsiteY1" fmla="*/ 0 h 647700"/>
                <a:gd name="connsiteX2" fmla="*/ 12191999 w 12191999"/>
                <a:gd name="connsiteY2" fmla="*/ 4171 h 647700"/>
                <a:gd name="connsiteX3" fmla="*/ 8600846 w 12191999"/>
                <a:gd name="connsiteY3" fmla="*/ 4171 h 647700"/>
                <a:gd name="connsiteX4" fmla="*/ 8223451 w 12191999"/>
                <a:gd name="connsiteY4" fmla="*/ 647700 h 647700"/>
                <a:gd name="connsiteX5" fmla="*/ 0 w 12191999"/>
                <a:gd name="connsiteY5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1999" h="647700">
                  <a:moveTo>
                    <a:pt x="0" y="0"/>
                  </a:moveTo>
                  <a:lnTo>
                    <a:pt x="12191999" y="0"/>
                  </a:lnTo>
                  <a:lnTo>
                    <a:pt x="12191999" y="4171"/>
                  </a:lnTo>
                  <a:lnTo>
                    <a:pt x="8600846" y="4171"/>
                  </a:lnTo>
                  <a:lnTo>
                    <a:pt x="8223451" y="647700"/>
                  </a:lnTo>
                  <a:lnTo>
                    <a:pt x="0" y="647700"/>
                  </a:lnTo>
                  <a:close/>
                </a:path>
              </a:pathLst>
            </a:custGeom>
            <a:solidFill>
              <a:srgbClr val="3D89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  <p:sp>
          <p:nvSpPr>
            <p:cNvPr id="8" name="任意多边形 5"/>
            <p:cNvSpPr/>
            <p:nvPr/>
          </p:nvSpPr>
          <p:spPr>
            <a:xfrm>
              <a:off x="-1" y="191961"/>
              <a:ext cx="9144000" cy="524009"/>
            </a:xfrm>
            <a:custGeom>
              <a:avLst/>
              <a:gdLst>
                <a:gd name="connsiteX0" fmla="*/ 8649011 w 12192000"/>
                <a:gd name="connsiteY0" fmla="*/ 0 h 698678"/>
                <a:gd name="connsiteX1" fmla="*/ 12192000 w 12192000"/>
                <a:gd name="connsiteY1" fmla="*/ 0 h 698678"/>
                <a:gd name="connsiteX2" fmla="*/ 12192000 w 12192000"/>
                <a:gd name="connsiteY2" fmla="*/ 45719 h 698678"/>
                <a:gd name="connsiteX3" fmla="*/ 8689612 w 12192000"/>
                <a:gd name="connsiteY3" fmla="*/ 45719 h 698678"/>
                <a:gd name="connsiteX4" fmla="*/ 8309954 w 12192000"/>
                <a:gd name="connsiteY4" fmla="*/ 698678 h 698678"/>
                <a:gd name="connsiteX5" fmla="*/ 8149486 w 12192000"/>
                <a:gd name="connsiteY5" fmla="*/ 698678 h 698678"/>
                <a:gd name="connsiteX6" fmla="*/ 8149901 w 12192000"/>
                <a:gd name="connsiteY6" fmla="*/ 697970 h 698678"/>
                <a:gd name="connsiteX7" fmla="*/ 0 w 12192000"/>
                <a:gd name="connsiteY7" fmla="*/ 697970 h 698678"/>
                <a:gd name="connsiteX8" fmla="*/ 0 w 12192000"/>
                <a:gd name="connsiteY8" fmla="*/ 652251 h 698678"/>
                <a:gd name="connsiteX9" fmla="*/ 8176713 w 12192000"/>
                <a:gd name="connsiteY9" fmla="*/ 652251 h 698678"/>
                <a:gd name="connsiteX10" fmla="*/ 8557764 w 12192000"/>
                <a:gd name="connsiteY10" fmla="*/ 2487 h 698678"/>
                <a:gd name="connsiteX11" fmla="*/ 8649011 w 12192000"/>
                <a:gd name="connsiteY11" fmla="*/ 2487 h 698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698678">
                  <a:moveTo>
                    <a:pt x="8649011" y="0"/>
                  </a:moveTo>
                  <a:lnTo>
                    <a:pt x="12192000" y="0"/>
                  </a:lnTo>
                  <a:lnTo>
                    <a:pt x="12192000" y="45719"/>
                  </a:lnTo>
                  <a:lnTo>
                    <a:pt x="8689612" y="45719"/>
                  </a:lnTo>
                  <a:lnTo>
                    <a:pt x="8309954" y="698678"/>
                  </a:lnTo>
                  <a:lnTo>
                    <a:pt x="8149486" y="698678"/>
                  </a:lnTo>
                  <a:lnTo>
                    <a:pt x="8149901" y="697970"/>
                  </a:lnTo>
                  <a:lnTo>
                    <a:pt x="0" y="697970"/>
                  </a:lnTo>
                  <a:lnTo>
                    <a:pt x="0" y="652251"/>
                  </a:lnTo>
                  <a:lnTo>
                    <a:pt x="8176713" y="652251"/>
                  </a:lnTo>
                  <a:lnTo>
                    <a:pt x="8557764" y="2487"/>
                  </a:lnTo>
                  <a:lnTo>
                    <a:pt x="8649011" y="2487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  <p:sp>
          <p:nvSpPr>
            <p:cNvPr id="9" name="任意多边形 6"/>
            <p:cNvSpPr/>
            <p:nvPr/>
          </p:nvSpPr>
          <p:spPr>
            <a:xfrm>
              <a:off x="6231369" y="228409"/>
              <a:ext cx="2914416" cy="485775"/>
            </a:xfrm>
            <a:custGeom>
              <a:avLst/>
              <a:gdLst>
                <a:gd name="connsiteX0" fmla="*/ 379841 w 3885888"/>
                <a:gd name="connsiteY0" fmla="*/ 0 h 647700"/>
                <a:gd name="connsiteX1" fmla="*/ 3885888 w 3885888"/>
                <a:gd name="connsiteY1" fmla="*/ 0 h 647700"/>
                <a:gd name="connsiteX2" fmla="*/ 3885888 w 3885888"/>
                <a:gd name="connsiteY2" fmla="*/ 647700 h 647700"/>
                <a:gd name="connsiteX3" fmla="*/ 0 w 3885888"/>
                <a:gd name="connsiteY3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5888" h="647700">
                  <a:moveTo>
                    <a:pt x="379841" y="0"/>
                  </a:moveTo>
                  <a:lnTo>
                    <a:pt x="3885888" y="0"/>
                  </a:lnTo>
                  <a:lnTo>
                    <a:pt x="3885888" y="647700"/>
                  </a:lnTo>
                  <a:lnTo>
                    <a:pt x="0" y="647700"/>
                  </a:lnTo>
                  <a:close/>
                </a:path>
              </a:pathLst>
            </a:custGeom>
            <a:solidFill>
              <a:srgbClr val="3D89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</p:grpSp>
      <p:sp>
        <p:nvSpPr>
          <p:cNvPr id="11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522818" y="948744"/>
            <a:ext cx="9459383" cy="544391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3" name="内容占位符 12"/>
          <p:cNvSpPr>
            <a:spLocks noGrp="1"/>
          </p:cNvSpPr>
          <p:nvPr>
            <p:ph sz="quarter" idx="14" hasCustomPrompt="1"/>
          </p:nvPr>
        </p:nvSpPr>
        <p:spPr>
          <a:xfrm>
            <a:off x="838200" y="1863725"/>
            <a:ext cx="10515600" cy="40449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4" name="矩形 13"/>
          <p:cNvSpPr/>
          <p:nvPr userDrawn="1"/>
        </p:nvSpPr>
        <p:spPr>
          <a:xfrm>
            <a:off x="0" y="6123216"/>
            <a:ext cx="12192000" cy="54614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>
              <a:solidFill>
                <a:prstClr val="white"/>
              </a:solidFill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0" y="6669360"/>
            <a:ext cx="12192000" cy="188640"/>
          </a:xfrm>
          <a:prstGeom prst="rect">
            <a:avLst/>
          </a:prstGeom>
          <a:solidFill>
            <a:srgbClr val="3D89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prstClr val="white"/>
              </a:solidFill>
            </a:endParaRPr>
          </a:p>
        </p:txBody>
      </p:sp>
      <p:sp>
        <p:nvSpPr>
          <p:cNvPr id="10" name="内容占位符 9"/>
          <p:cNvSpPr>
            <a:spLocks noGrp="1"/>
          </p:cNvSpPr>
          <p:nvPr>
            <p:ph sz="quarter" idx="15" hasCustomPrompt="1"/>
          </p:nvPr>
        </p:nvSpPr>
        <p:spPr>
          <a:xfrm>
            <a:off x="838201" y="204166"/>
            <a:ext cx="4976284" cy="571500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49182713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D7636-5BE1-44BC-BB5F-15739D9E18E1}" type="datetimeFigureOut">
              <a:rPr lang="zh-CN" altLang="en-US" smtClean="0"/>
              <a:t>2024/12/30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0E1D-24C4-406F-9615-DBDA8D2D1F93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-1" y="-2439"/>
            <a:ext cx="12194383" cy="718411"/>
            <a:chOff x="-1" y="190175"/>
            <a:chExt cx="9145786" cy="525795"/>
          </a:xfrm>
        </p:grpSpPr>
        <p:sp>
          <p:nvSpPr>
            <p:cNvPr id="7" name="任意多边形 4"/>
            <p:cNvSpPr/>
            <p:nvPr/>
          </p:nvSpPr>
          <p:spPr>
            <a:xfrm>
              <a:off x="1" y="190175"/>
              <a:ext cx="9143999" cy="490975"/>
            </a:xfrm>
            <a:custGeom>
              <a:avLst/>
              <a:gdLst>
                <a:gd name="connsiteX0" fmla="*/ 0 w 12191999"/>
                <a:gd name="connsiteY0" fmla="*/ 0 h 647700"/>
                <a:gd name="connsiteX1" fmla="*/ 12191999 w 12191999"/>
                <a:gd name="connsiteY1" fmla="*/ 0 h 647700"/>
                <a:gd name="connsiteX2" fmla="*/ 12191999 w 12191999"/>
                <a:gd name="connsiteY2" fmla="*/ 4171 h 647700"/>
                <a:gd name="connsiteX3" fmla="*/ 8600846 w 12191999"/>
                <a:gd name="connsiteY3" fmla="*/ 4171 h 647700"/>
                <a:gd name="connsiteX4" fmla="*/ 8223451 w 12191999"/>
                <a:gd name="connsiteY4" fmla="*/ 647700 h 647700"/>
                <a:gd name="connsiteX5" fmla="*/ 0 w 12191999"/>
                <a:gd name="connsiteY5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1999" h="647700">
                  <a:moveTo>
                    <a:pt x="0" y="0"/>
                  </a:moveTo>
                  <a:lnTo>
                    <a:pt x="12191999" y="0"/>
                  </a:lnTo>
                  <a:lnTo>
                    <a:pt x="12191999" y="4171"/>
                  </a:lnTo>
                  <a:lnTo>
                    <a:pt x="8600846" y="4171"/>
                  </a:lnTo>
                  <a:lnTo>
                    <a:pt x="8223451" y="647700"/>
                  </a:lnTo>
                  <a:lnTo>
                    <a:pt x="0" y="647700"/>
                  </a:lnTo>
                  <a:close/>
                </a:path>
              </a:pathLst>
            </a:custGeom>
            <a:solidFill>
              <a:srgbClr val="3D89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  <p:sp>
          <p:nvSpPr>
            <p:cNvPr id="8" name="任意多边形 5"/>
            <p:cNvSpPr/>
            <p:nvPr/>
          </p:nvSpPr>
          <p:spPr>
            <a:xfrm>
              <a:off x="-1" y="191961"/>
              <a:ext cx="9144000" cy="524009"/>
            </a:xfrm>
            <a:custGeom>
              <a:avLst/>
              <a:gdLst>
                <a:gd name="connsiteX0" fmla="*/ 8649011 w 12192000"/>
                <a:gd name="connsiteY0" fmla="*/ 0 h 698678"/>
                <a:gd name="connsiteX1" fmla="*/ 12192000 w 12192000"/>
                <a:gd name="connsiteY1" fmla="*/ 0 h 698678"/>
                <a:gd name="connsiteX2" fmla="*/ 12192000 w 12192000"/>
                <a:gd name="connsiteY2" fmla="*/ 45719 h 698678"/>
                <a:gd name="connsiteX3" fmla="*/ 8689612 w 12192000"/>
                <a:gd name="connsiteY3" fmla="*/ 45719 h 698678"/>
                <a:gd name="connsiteX4" fmla="*/ 8309954 w 12192000"/>
                <a:gd name="connsiteY4" fmla="*/ 698678 h 698678"/>
                <a:gd name="connsiteX5" fmla="*/ 8149486 w 12192000"/>
                <a:gd name="connsiteY5" fmla="*/ 698678 h 698678"/>
                <a:gd name="connsiteX6" fmla="*/ 8149901 w 12192000"/>
                <a:gd name="connsiteY6" fmla="*/ 697970 h 698678"/>
                <a:gd name="connsiteX7" fmla="*/ 0 w 12192000"/>
                <a:gd name="connsiteY7" fmla="*/ 697970 h 698678"/>
                <a:gd name="connsiteX8" fmla="*/ 0 w 12192000"/>
                <a:gd name="connsiteY8" fmla="*/ 652251 h 698678"/>
                <a:gd name="connsiteX9" fmla="*/ 8176713 w 12192000"/>
                <a:gd name="connsiteY9" fmla="*/ 652251 h 698678"/>
                <a:gd name="connsiteX10" fmla="*/ 8557764 w 12192000"/>
                <a:gd name="connsiteY10" fmla="*/ 2487 h 698678"/>
                <a:gd name="connsiteX11" fmla="*/ 8649011 w 12192000"/>
                <a:gd name="connsiteY11" fmla="*/ 2487 h 698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698678">
                  <a:moveTo>
                    <a:pt x="8649011" y="0"/>
                  </a:moveTo>
                  <a:lnTo>
                    <a:pt x="12192000" y="0"/>
                  </a:lnTo>
                  <a:lnTo>
                    <a:pt x="12192000" y="45719"/>
                  </a:lnTo>
                  <a:lnTo>
                    <a:pt x="8689612" y="45719"/>
                  </a:lnTo>
                  <a:lnTo>
                    <a:pt x="8309954" y="698678"/>
                  </a:lnTo>
                  <a:lnTo>
                    <a:pt x="8149486" y="698678"/>
                  </a:lnTo>
                  <a:lnTo>
                    <a:pt x="8149901" y="697970"/>
                  </a:lnTo>
                  <a:lnTo>
                    <a:pt x="0" y="697970"/>
                  </a:lnTo>
                  <a:lnTo>
                    <a:pt x="0" y="652251"/>
                  </a:lnTo>
                  <a:lnTo>
                    <a:pt x="8176713" y="652251"/>
                  </a:lnTo>
                  <a:lnTo>
                    <a:pt x="8557764" y="2487"/>
                  </a:lnTo>
                  <a:lnTo>
                    <a:pt x="8649011" y="2487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  <p:sp>
          <p:nvSpPr>
            <p:cNvPr id="9" name="任意多边形 6"/>
            <p:cNvSpPr/>
            <p:nvPr/>
          </p:nvSpPr>
          <p:spPr>
            <a:xfrm>
              <a:off x="6231369" y="228409"/>
              <a:ext cx="2914416" cy="485775"/>
            </a:xfrm>
            <a:custGeom>
              <a:avLst/>
              <a:gdLst>
                <a:gd name="connsiteX0" fmla="*/ 379841 w 3885888"/>
                <a:gd name="connsiteY0" fmla="*/ 0 h 647700"/>
                <a:gd name="connsiteX1" fmla="*/ 3885888 w 3885888"/>
                <a:gd name="connsiteY1" fmla="*/ 0 h 647700"/>
                <a:gd name="connsiteX2" fmla="*/ 3885888 w 3885888"/>
                <a:gd name="connsiteY2" fmla="*/ 647700 h 647700"/>
                <a:gd name="connsiteX3" fmla="*/ 0 w 3885888"/>
                <a:gd name="connsiteY3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5888" h="647700">
                  <a:moveTo>
                    <a:pt x="379841" y="0"/>
                  </a:moveTo>
                  <a:lnTo>
                    <a:pt x="3885888" y="0"/>
                  </a:lnTo>
                  <a:lnTo>
                    <a:pt x="3885888" y="647700"/>
                  </a:lnTo>
                  <a:lnTo>
                    <a:pt x="0" y="647700"/>
                  </a:lnTo>
                  <a:close/>
                </a:path>
              </a:pathLst>
            </a:custGeom>
            <a:solidFill>
              <a:srgbClr val="3D89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</p:grpSp>
      <p:sp>
        <p:nvSpPr>
          <p:cNvPr id="11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522818" y="948744"/>
            <a:ext cx="9459383" cy="544391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3" name="内容占位符 12"/>
          <p:cNvSpPr>
            <a:spLocks noGrp="1"/>
          </p:cNvSpPr>
          <p:nvPr>
            <p:ph sz="quarter" idx="14" hasCustomPrompt="1"/>
          </p:nvPr>
        </p:nvSpPr>
        <p:spPr>
          <a:xfrm>
            <a:off x="838200" y="1863725"/>
            <a:ext cx="10515600" cy="40449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4" name="矩形 13"/>
          <p:cNvSpPr/>
          <p:nvPr userDrawn="1"/>
        </p:nvSpPr>
        <p:spPr>
          <a:xfrm>
            <a:off x="0" y="6123216"/>
            <a:ext cx="12192000" cy="54614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>
              <a:solidFill>
                <a:prstClr val="white"/>
              </a:solidFill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0" y="6669360"/>
            <a:ext cx="12192000" cy="188640"/>
          </a:xfrm>
          <a:prstGeom prst="rect">
            <a:avLst/>
          </a:prstGeom>
          <a:solidFill>
            <a:srgbClr val="3D89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prstClr val="white"/>
              </a:solidFill>
            </a:endParaRPr>
          </a:p>
        </p:txBody>
      </p:sp>
      <p:sp>
        <p:nvSpPr>
          <p:cNvPr id="10" name="内容占位符 9"/>
          <p:cNvSpPr>
            <a:spLocks noGrp="1"/>
          </p:cNvSpPr>
          <p:nvPr>
            <p:ph sz="quarter" idx="15" hasCustomPrompt="1"/>
          </p:nvPr>
        </p:nvSpPr>
        <p:spPr>
          <a:xfrm>
            <a:off x="838201" y="204166"/>
            <a:ext cx="4976284" cy="571500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4671593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D7636-5BE1-44BC-BB5F-15739D9E18E1}" type="datetimeFigureOut">
              <a:rPr lang="zh-CN" altLang="en-US" smtClean="0"/>
              <a:t>2024/12/30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0E1D-24C4-406F-9615-DBDA8D2D1F93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-1" y="-2439"/>
            <a:ext cx="12194383" cy="718411"/>
            <a:chOff x="-1" y="190175"/>
            <a:chExt cx="9145786" cy="525795"/>
          </a:xfrm>
        </p:grpSpPr>
        <p:sp>
          <p:nvSpPr>
            <p:cNvPr id="7" name="任意多边形 4"/>
            <p:cNvSpPr/>
            <p:nvPr/>
          </p:nvSpPr>
          <p:spPr>
            <a:xfrm>
              <a:off x="1" y="190175"/>
              <a:ext cx="9143999" cy="490975"/>
            </a:xfrm>
            <a:custGeom>
              <a:avLst/>
              <a:gdLst>
                <a:gd name="connsiteX0" fmla="*/ 0 w 12191999"/>
                <a:gd name="connsiteY0" fmla="*/ 0 h 647700"/>
                <a:gd name="connsiteX1" fmla="*/ 12191999 w 12191999"/>
                <a:gd name="connsiteY1" fmla="*/ 0 h 647700"/>
                <a:gd name="connsiteX2" fmla="*/ 12191999 w 12191999"/>
                <a:gd name="connsiteY2" fmla="*/ 4171 h 647700"/>
                <a:gd name="connsiteX3" fmla="*/ 8600846 w 12191999"/>
                <a:gd name="connsiteY3" fmla="*/ 4171 h 647700"/>
                <a:gd name="connsiteX4" fmla="*/ 8223451 w 12191999"/>
                <a:gd name="connsiteY4" fmla="*/ 647700 h 647700"/>
                <a:gd name="connsiteX5" fmla="*/ 0 w 12191999"/>
                <a:gd name="connsiteY5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1999" h="647700">
                  <a:moveTo>
                    <a:pt x="0" y="0"/>
                  </a:moveTo>
                  <a:lnTo>
                    <a:pt x="12191999" y="0"/>
                  </a:lnTo>
                  <a:lnTo>
                    <a:pt x="12191999" y="4171"/>
                  </a:lnTo>
                  <a:lnTo>
                    <a:pt x="8600846" y="4171"/>
                  </a:lnTo>
                  <a:lnTo>
                    <a:pt x="8223451" y="647700"/>
                  </a:lnTo>
                  <a:lnTo>
                    <a:pt x="0" y="647700"/>
                  </a:lnTo>
                  <a:close/>
                </a:path>
              </a:pathLst>
            </a:custGeom>
            <a:solidFill>
              <a:srgbClr val="3D89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  <p:sp>
          <p:nvSpPr>
            <p:cNvPr id="8" name="任意多边形 5"/>
            <p:cNvSpPr/>
            <p:nvPr/>
          </p:nvSpPr>
          <p:spPr>
            <a:xfrm>
              <a:off x="-1" y="191961"/>
              <a:ext cx="9144000" cy="524009"/>
            </a:xfrm>
            <a:custGeom>
              <a:avLst/>
              <a:gdLst>
                <a:gd name="connsiteX0" fmla="*/ 8649011 w 12192000"/>
                <a:gd name="connsiteY0" fmla="*/ 0 h 698678"/>
                <a:gd name="connsiteX1" fmla="*/ 12192000 w 12192000"/>
                <a:gd name="connsiteY1" fmla="*/ 0 h 698678"/>
                <a:gd name="connsiteX2" fmla="*/ 12192000 w 12192000"/>
                <a:gd name="connsiteY2" fmla="*/ 45719 h 698678"/>
                <a:gd name="connsiteX3" fmla="*/ 8689612 w 12192000"/>
                <a:gd name="connsiteY3" fmla="*/ 45719 h 698678"/>
                <a:gd name="connsiteX4" fmla="*/ 8309954 w 12192000"/>
                <a:gd name="connsiteY4" fmla="*/ 698678 h 698678"/>
                <a:gd name="connsiteX5" fmla="*/ 8149486 w 12192000"/>
                <a:gd name="connsiteY5" fmla="*/ 698678 h 698678"/>
                <a:gd name="connsiteX6" fmla="*/ 8149901 w 12192000"/>
                <a:gd name="connsiteY6" fmla="*/ 697970 h 698678"/>
                <a:gd name="connsiteX7" fmla="*/ 0 w 12192000"/>
                <a:gd name="connsiteY7" fmla="*/ 697970 h 698678"/>
                <a:gd name="connsiteX8" fmla="*/ 0 w 12192000"/>
                <a:gd name="connsiteY8" fmla="*/ 652251 h 698678"/>
                <a:gd name="connsiteX9" fmla="*/ 8176713 w 12192000"/>
                <a:gd name="connsiteY9" fmla="*/ 652251 h 698678"/>
                <a:gd name="connsiteX10" fmla="*/ 8557764 w 12192000"/>
                <a:gd name="connsiteY10" fmla="*/ 2487 h 698678"/>
                <a:gd name="connsiteX11" fmla="*/ 8649011 w 12192000"/>
                <a:gd name="connsiteY11" fmla="*/ 2487 h 698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698678">
                  <a:moveTo>
                    <a:pt x="8649011" y="0"/>
                  </a:moveTo>
                  <a:lnTo>
                    <a:pt x="12192000" y="0"/>
                  </a:lnTo>
                  <a:lnTo>
                    <a:pt x="12192000" y="45719"/>
                  </a:lnTo>
                  <a:lnTo>
                    <a:pt x="8689612" y="45719"/>
                  </a:lnTo>
                  <a:lnTo>
                    <a:pt x="8309954" y="698678"/>
                  </a:lnTo>
                  <a:lnTo>
                    <a:pt x="8149486" y="698678"/>
                  </a:lnTo>
                  <a:lnTo>
                    <a:pt x="8149901" y="697970"/>
                  </a:lnTo>
                  <a:lnTo>
                    <a:pt x="0" y="697970"/>
                  </a:lnTo>
                  <a:lnTo>
                    <a:pt x="0" y="652251"/>
                  </a:lnTo>
                  <a:lnTo>
                    <a:pt x="8176713" y="652251"/>
                  </a:lnTo>
                  <a:lnTo>
                    <a:pt x="8557764" y="2487"/>
                  </a:lnTo>
                  <a:lnTo>
                    <a:pt x="8649011" y="2487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  <p:sp>
          <p:nvSpPr>
            <p:cNvPr id="9" name="任意多边形 6"/>
            <p:cNvSpPr/>
            <p:nvPr/>
          </p:nvSpPr>
          <p:spPr>
            <a:xfrm>
              <a:off x="6231369" y="228409"/>
              <a:ext cx="2914416" cy="485775"/>
            </a:xfrm>
            <a:custGeom>
              <a:avLst/>
              <a:gdLst>
                <a:gd name="connsiteX0" fmla="*/ 379841 w 3885888"/>
                <a:gd name="connsiteY0" fmla="*/ 0 h 647700"/>
                <a:gd name="connsiteX1" fmla="*/ 3885888 w 3885888"/>
                <a:gd name="connsiteY1" fmla="*/ 0 h 647700"/>
                <a:gd name="connsiteX2" fmla="*/ 3885888 w 3885888"/>
                <a:gd name="connsiteY2" fmla="*/ 647700 h 647700"/>
                <a:gd name="connsiteX3" fmla="*/ 0 w 3885888"/>
                <a:gd name="connsiteY3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5888" h="647700">
                  <a:moveTo>
                    <a:pt x="379841" y="0"/>
                  </a:moveTo>
                  <a:lnTo>
                    <a:pt x="3885888" y="0"/>
                  </a:lnTo>
                  <a:lnTo>
                    <a:pt x="3885888" y="647700"/>
                  </a:lnTo>
                  <a:lnTo>
                    <a:pt x="0" y="647700"/>
                  </a:lnTo>
                  <a:close/>
                </a:path>
              </a:pathLst>
            </a:custGeom>
            <a:solidFill>
              <a:srgbClr val="3D89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</p:grpSp>
      <p:sp>
        <p:nvSpPr>
          <p:cNvPr id="11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522818" y="948744"/>
            <a:ext cx="9459383" cy="544391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3" name="内容占位符 12"/>
          <p:cNvSpPr>
            <a:spLocks noGrp="1"/>
          </p:cNvSpPr>
          <p:nvPr>
            <p:ph sz="quarter" idx="14" hasCustomPrompt="1"/>
          </p:nvPr>
        </p:nvSpPr>
        <p:spPr>
          <a:xfrm>
            <a:off x="838200" y="1863725"/>
            <a:ext cx="10515600" cy="40449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4" name="矩形 13"/>
          <p:cNvSpPr/>
          <p:nvPr userDrawn="1"/>
        </p:nvSpPr>
        <p:spPr>
          <a:xfrm>
            <a:off x="0" y="6123216"/>
            <a:ext cx="12192000" cy="54614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>
              <a:solidFill>
                <a:prstClr val="white"/>
              </a:solidFill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0" y="6669360"/>
            <a:ext cx="12192000" cy="188640"/>
          </a:xfrm>
          <a:prstGeom prst="rect">
            <a:avLst/>
          </a:prstGeom>
          <a:solidFill>
            <a:srgbClr val="3D89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prstClr val="white"/>
              </a:solidFill>
            </a:endParaRPr>
          </a:p>
        </p:txBody>
      </p:sp>
      <p:sp>
        <p:nvSpPr>
          <p:cNvPr id="10" name="内容占位符 9"/>
          <p:cNvSpPr>
            <a:spLocks noGrp="1"/>
          </p:cNvSpPr>
          <p:nvPr>
            <p:ph sz="quarter" idx="15" hasCustomPrompt="1"/>
          </p:nvPr>
        </p:nvSpPr>
        <p:spPr>
          <a:xfrm>
            <a:off x="838201" y="204166"/>
            <a:ext cx="4976284" cy="571500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13557037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D7636-5BE1-44BC-BB5F-15739D9E18E1}" type="datetimeFigureOut">
              <a:rPr lang="zh-CN" altLang="en-US" smtClean="0"/>
              <a:t>2024/12/30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0E1D-24C4-406F-9615-DBDA8D2D1F93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-1" y="-2439"/>
            <a:ext cx="12194383" cy="718411"/>
            <a:chOff x="-1" y="190175"/>
            <a:chExt cx="9145786" cy="525795"/>
          </a:xfrm>
        </p:grpSpPr>
        <p:sp>
          <p:nvSpPr>
            <p:cNvPr id="7" name="任意多边形 4"/>
            <p:cNvSpPr/>
            <p:nvPr/>
          </p:nvSpPr>
          <p:spPr>
            <a:xfrm>
              <a:off x="1" y="190175"/>
              <a:ext cx="9143999" cy="490975"/>
            </a:xfrm>
            <a:custGeom>
              <a:avLst/>
              <a:gdLst>
                <a:gd name="connsiteX0" fmla="*/ 0 w 12191999"/>
                <a:gd name="connsiteY0" fmla="*/ 0 h 647700"/>
                <a:gd name="connsiteX1" fmla="*/ 12191999 w 12191999"/>
                <a:gd name="connsiteY1" fmla="*/ 0 h 647700"/>
                <a:gd name="connsiteX2" fmla="*/ 12191999 w 12191999"/>
                <a:gd name="connsiteY2" fmla="*/ 4171 h 647700"/>
                <a:gd name="connsiteX3" fmla="*/ 8600846 w 12191999"/>
                <a:gd name="connsiteY3" fmla="*/ 4171 h 647700"/>
                <a:gd name="connsiteX4" fmla="*/ 8223451 w 12191999"/>
                <a:gd name="connsiteY4" fmla="*/ 647700 h 647700"/>
                <a:gd name="connsiteX5" fmla="*/ 0 w 12191999"/>
                <a:gd name="connsiteY5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1999" h="647700">
                  <a:moveTo>
                    <a:pt x="0" y="0"/>
                  </a:moveTo>
                  <a:lnTo>
                    <a:pt x="12191999" y="0"/>
                  </a:lnTo>
                  <a:lnTo>
                    <a:pt x="12191999" y="4171"/>
                  </a:lnTo>
                  <a:lnTo>
                    <a:pt x="8600846" y="4171"/>
                  </a:lnTo>
                  <a:lnTo>
                    <a:pt x="8223451" y="647700"/>
                  </a:lnTo>
                  <a:lnTo>
                    <a:pt x="0" y="647700"/>
                  </a:lnTo>
                  <a:close/>
                </a:path>
              </a:pathLst>
            </a:custGeom>
            <a:solidFill>
              <a:srgbClr val="3D89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  <p:sp>
          <p:nvSpPr>
            <p:cNvPr id="8" name="任意多边形 5"/>
            <p:cNvSpPr/>
            <p:nvPr/>
          </p:nvSpPr>
          <p:spPr>
            <a:xfrm>
              <a:off x="-1" y="191961"/>
              <a:ext cx="9144000" cy="524009"/>
            </a:xfrm>
            <a:custGeom>
              <a:avLst/>
              <a:gdLst>
                <a:gd name="connsiteX0" fmla="*/ 8649011 w 12192000"/>
                <a:gd name="connsiteY0" fmla="*/ 0 h 698678"/>
                <a:gd name="connsiteX1" fmla="*/ 12192000 w 12192000"/>
                <a:gd name="connsiteY1" fmla="*/ 0 h 698678"/>
                <a:gd name="connsiteX2" fmla="*/ 12192000 w 12192000"/>
                <a:gd name="connsiteY2" fmla="*/ 45719 h 698678"/>
                <a:gd name="connsiteX3" fmla="*/ 8689612 w 12192000"/>
                <a:gd name="connsiteY3" fmla="*/ 45719 h 698678"/>
                <a:gd name="connsiteX4" fmla="*/ 8309954 w 12192000"/>
                <a:gd name="connsiteY4" fmla="*/ 698678 h 698678"/>
                <a:gd name="connsiteX5" fmla="*/ 8149486 w 12192000"/>
                <a:gd name="connsiteY5" fmla="*/ 698678 h 698678"/>
                <a:gd name="connsiteX6" fmla="*/ 8149901 w 12192000"/>
                <a:gd name="connsiteY6" fmla="*/ 697970 h 698678"/>
                <a:gd name="connsiteX7" fmla="*/ 0 w 12192000"/>
                <a:gd name="connsiteY7" fmla="*/ 697970 h 698678"/>
                <a:gd name="connsiteX8" fmla="*/ 0 w 12192000"/>
                <a:gd name="connsiteY8" fmla="*/ 652251 h 698678"/>
                <a:gd name="connsiteX9" fmla="*/ 8176713 w 12192000"/>
                <a:gd name="connsiteY9" fmla="*/ 652251 h 698678"/>
                <a:gd name="connsiteX10" fmla="*/ 8557764 w 12192000"/>
                <a:gd name="connsiteY10" fmla="*/ 2487 h 698678"/>
                <a:gd name="connsiteX11" fmla="*/ 8649011 w 12192000"/>
                <a:gd name="connsiteY11" fmla="*/ 2487 h 698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698678">
                  <a:moveTo>
                    <a:pt x="8649011" y="0"/>
                  </a:moveTo>
                  <a:lnTo>
                    <a:pt x="12192000" y="0"/>
                  </a:lnTo>
                  <a:lnTo>
                    <a:pt x="12192000" y="45719"/>
                  </a:lnTo>
                  <a:lnTo>
                    <a:pt x="8689612" y="45719"/>
                  </a:lnTo>
                  <a:lnTo>
                    <a:pt x="8309954" y="698678"/>
                  </a:lnTo>
                  <a:lnTo>
                    <a:pt x="8149486" y="698678"/>
                  </a:lnTo>
                  <a:lnTo>
                    <a:pt x="8149901" y="697970"/>
                  </a:lnTo>
                  <a:lnTo>
                    <a:pt x="0" y="697970"/>
                  </a:lnTo>
                  <a:lnTo>
                    <a:pt x="0" y="652251"/>
                  </a:lnTo>
                  <a:lnTo>
                    <a:pt x="8176713" y="652251"/>
                  </a:lnTo>
                  <a:lnTo>
                    <a:pt x="8557764" y="2487"/>
                  </a:lnTo>
                  <a:lnTo>
                    <a:pt x="8649011" y="2487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  <p:sp>
          <p:nvSpPr>
            <p:cNvPr id="9" name="任意多边形 6"/>
            <p:cNvSpPr/>
            <p:nvPr/>
          </p:nvSpPr>
          <p:spPr>
            <a:xfrm>
              <a:off x="6231369" y="228409"/>
              <a:ext cx="2914416" cy="485775"/>
            </a:xfrm>
            <a:custGeom>
              <a:avLst/>
              <a:gdLst>
                <a:gd name="connsiteX0" fmla="*/ 379841 w 3885888"/>
                <a:gd name="connsiteY0" fmla="*/ 0 h 647700"/>
                <a:gd name="connsiteX1" fmla="*/ 3885888 w 3885888"/>
                <a:gd name="connsiteY1" fmla="*/ 0 h 647700"/>
                <a:gd name="connsiteX2" fmla="*/ 3885888 w 3885888"/>
                <a:gd name="connsiteY2" fmla="*/ 647700 h 647700"/>
                <a:gd name="connsiteX3" fmla="*/ 0 w 3885888"/>
                <a:gd name="connsiteY3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5888" h="647700">
                  <a:moveTo>
                    <a:pt x="379841" y="0"/>
                  </a:moveTo>
                  <a:lnTo>
                    <a:pt x="3885888" y="0"/>
                  </a:lnTo>
                  <a:lnTo>
                    <a:pt x="3885888" y="647700"/>
                  </a:lnTo>
                  <a:lnTo>
                    <a:pt x="0" y="647700"/>
                  </a:lnTo>
                  <a:close/>
                </a:path>
              </a:pathLst>
            </a:custGeom>
            <a:solidFill>
              <a:srgbClr val="3D89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</p:grpSp>
      <p:sp>
        <p:nvSpPr>
          <p:cNvPr id="11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522818" y="948744"/>
            <a:ext cx="9459383" cy="544391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3" name="内容占位符 12"/>
          <p:cNvSpPr>
            <a:spLocks noGrp="1"/>
          </p:cNvSpPr>
          <p:nvPr>
            <p:ph sz="quarter" idx="14" hasCustomPrompt="1"/>
          </p:nvPr>
        </p:nvSpPr>
        <p:spPr>
          <a:xfrm>
            <a:off x="838200" y="1863725"/>
            <a:ext cx="10515600" cy="40449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4" name="矩形 13"/>
          <p:cNvSpPr/>
          <p:nvPr userDrawn="1"/>
        </p:nvSpPr>
        <p:spPr>
          <a:xfrm>
            <a:off x="0" y="6123216"/>
            <a:ext cx="12192000" cy="54614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>
              <a:solidFill>
                <a:prstClr val="white"/>
              </a:solidFill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0" y="6669360"/>
            <a:ext cx="12192000" cy="188640"/>
          </a:xfrm>
          <a:prstGeom prst="rect">
            <a:avLst/>
          </a:prstGeom>
          <a:solidFill>
            <a:srgbClr val="3D89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prstClr val="white"/>
              </a:solidFill>
            </a:endParaRPr>
          </a:p>
        </p:txBody>
      </p:sp>
      <p:sp>
        <p:nvSpPr>
          <p:cNvPr id="10" name="内容占位符 9"/>
          <p:cNvSpPr>
            <a:spLocks noGrp="1"/>
          </p:cNvSpPr>
          <p:nvPr>
            <p:ph sz="quarter" idx="15" hasCustomPrompt="1"/>
          </p:nvPr>
        </p:nvSpPr>
        <p:spPr>
          <a:xfrm>
            <a:off x="838201" y="204166"/>
            <a:ext cx="4976284" cy="571500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89411143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D7636-5BE1-44BC-BB5F-15739D9E18E1}" type="datetimeFigureOut">
              <a:rPr lang="zh-CN" altLang="en-US" smtClean="0"/>
              <a:t>2024/12/30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0E1D-24C4-406F-9615-DBDA8D2D1F93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-1" y="-2439"/>
            <a:ext cx="12194383" cy="718411"/>
            <a:chOff x="-1" y="190175"/>
            <a:chExt cx="9145786" cy="525795"/>
          </a:xfrm>
        </p:grpSpPr>
        <p:sp>
          <p:nvSpPr>
            <p:cNvPr id="7" name="任意多边形 4"/>
            <p:cNvSpPr/>
            <p:nvPr/>
          </p:nvSpPr>
          <p:spPr>
            <a:xfrm>
              <a:off x="1" y="190175"/>
              <a:ext cx="9143999" cy="490975"/>
            </a:xfrm>
            <a:custGeom>
              <a:avLst/>
              <a:gdLst>
                <a:gd name="connsiteX0" fmla="*/ 0 w 12191999"/>
                <a:gd name="connsiteY0" fmla="*/ 0 h 647700"/>
                <a:gd name="connsiteX1" fmla="*/ 12191999 w 12191999"/>
                <a:gd name="connsiteY1" fmla="*/ 0 h 647700"/>
                <a:gd name="connsiteX2" fmla="*/ 12191999 w 12191999"/>
                <a:gd name="connsiteY2" fmla="*/ 4171 h 647700"/>
                <a:gd name="connsiteX3" fmla="*/ 8600846 w 12191999"/>
                <a:gd name="connsiteY3" fmla="*/ 4171 h 647700"/>
                <a:gd name="connsiteX4" fmla="*/ 8223451 w 12191999"/>
                <a:gd name="connsiteY4" fmla="*/ 647700 h 647700"/>
                <a:gd name="connsiteX5" fmla="*/ 0 w 12191999"/>
                <a:gd name="connsiteY5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1999" h="647700">
                  <a:moveTo>
                    <a:pt x="0" y="0"/>
                  </a:moveTo>
                  <a:lnTo>
                    <a:pt x="12191999" y="0"/>
                  </a:lnTo>
                  <a:lnTo>
                    <a:pt x="12191999" y="4171"/>
                  </a:lnTo>
                  <a:lnTo>
                    <a:pt x="8600846" y="4171"/>
                  </a:lnTo>
                  <a:lnTo>
                    <a:pt x="8223451" y="647700"/>
                  </a:lnTo>
                  <a:lnTo>
                    <a:pt x="0" y="647700"/>
                  </a:lnTo>
                  <a:close/>
                </a:path>
              </a:pathLst>
            </a:custGeom>
            <a:solidFill>
              <a:srgbClr val="3D89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  <p:sp>
          <p:nvSpPr>
            <p:cNvPr id="8" name="任意多边形 5"/>
            <p:cNvSpPr/>
            <p:nvPr/>
          </p:nvSpPr>
          <p:spPr>
            <a:xfrm>
              <a:off x="-1" y="191961"/>
              <a:ext cx="9144000" cy="524009"/>
            </a:xfrm>
            <a:custGeom>
              <a:avLst/>
              <a:gdLst>
                <a:gd name="connsiteX0" fmla="*/ 8649011 w 12192000"/>
                <a:gd name="connsiteY0" fmla="*/ 0 h 698678"/>
                <a:gd name="connsiteX1" fmla="*/ 12192000 w 12192000"/>
                <a:gd name="connsiteY1" fmla="*/ 0 h 698678"/>
                <a:gd name="connsiteX2" fmla="*/ 12192000 w 12192000"/>
                <a:gd name="connsiteY2" fmla="*/ 45719 h 698678"/>
                <a:gd name="connsiteX3" fmla="*/ 8689612 w 12192000"/>
                <a:gd name="connsiteY3" fmla="*/ 45719 h 698678"/>
                <a:gd name="connsiteX4" fmla="*/ 8309954 w 12192000"/>
                <a:gd name="connsiteY4" fmla="*/ 698678 h 698678"/>
                <a:gd name="connsiteX5" fmla="*/ 8149486 w 12192000"/>
                <a:gd name="connsiteY5" fmla="*/ 698678 h 698678"/>
                <a:gd name="connsiteX6" fmla="*/ 8149901 w 12192000"/>
                <a:gd name="connsiteY6" fmla="*/ 697970 h 698678"/>
                <a:gd name="connsiteX7" fmla="*/ 0 w 12192000"/>
                <a:gd name="connsiteY7" fmla="*/ 697970 h 698678"/>
                <a:gd name="connsiteX8" fmla="*/ 0 w 12192000"/>
                <a:gd name="connsiteY8" fmla="*/ 652251 h 698678"/>
                <a:gd name="connsiteX9" fmla="*/ 8176713 w 12192000"/>
                <a:gd name="connsiteY9" fmla="*/ 652251 h 698678"/>
                <a:gd name="connsiteX10" fmla="*/ 8557764 w 12192000"/>
                <a:gd name="connsiteY10" fmla="*/ 2487 h 698678"/>
                <a:gd name="connsiteX11" fmla="*/ 8649011 w 12192000"/>
                <a:gd name="connsiteY11" fmla="*/ 2487 h 698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698678">
                  <a:moveTo>
                    <a:pt x="8649011" y="0"/>
                  </a:moveTo>
                  <a:lnTo>
                    <a:pt x="12192000" y="0"/>
                  </a:lnTo>
                  <a:lnTo>
                    <a:pt x="12192000" y="45719"/>
                  </a:lnTo>
                  <a:lnTo>
                    <a:pt x="8689612" y="45719"/>
                  </a:lnTo>
                  <a:lnTo>
                    <a:pt x="8309954" y="698678"/>
                  </a:lnTo>
                  <a:lnTo>
                    <a:pt x="8149486" y="698678"/>
                  </a:lnTo>
                  <a:lnTo>
                    <a:pt x="8149901" y="697970"/>
                  </a:lnTo>
                  <a:lnTo>
                    <a:pt x="0" y="697970"/>
                  </a:lnTo>
                  <a:lnTo>
                    <a:pt x="0" y="652251"/>
                  </a:lnTo>
                  <a:lnTo>
                    <a:pt x="8176713" y="652251"/>
                  </a:lnTo>
                  <a:lnTo>
                    <a:pt x="8557764" y="2487"/>
                  </a:lnTo>
                  <a:lnTo>
                    <a:pt x="8649011" y="2487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  <p:sp>
          <p:nvSpPr>
            <p:cNvPr id="9" name="任意多边形 6"/>
            <p:cNvSpPr/>
            <p:nvPr/>
          </p:nvSpPr>
          <p:spPr>
            <a:xfrm>
              <a:off x="6231369" y="228409"/>
              <a:ext cx="2914416" cy="485775"/>
            </a:xfrm>
            <a:custGeom>
              <a:avLst/>
              <a:gdLst>
                <a:gd name="connsiteX0" fmla="*/ 379841 w 3885888"/>
                <a:gd name="connsiteY0" fmla="*/ 0 h 647700"/>
                <a:gd name="connsiteX1" fmla="*/ 3885888 w 3885888"/>
                <a:gd name="connsiteY1" fmla="*/ 0 h 647700"/>
                <a:gd name="connsiteX2" fmla="*/ 3885888 w 3885888"/>
                <a:gd name="connsiteY2" fmla="*/ 647700 h 647700"/>
                <a:gd name="connsiteX3" fmla="*/ 0 w 3885888"/>
                <a:gd name="connsiteY3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5888" h="647700">
                  <a:moveTo>
                    <a:pt x="379841" y="0"/>
                  </a:moveTo>
                  <a:lnTo>
                    <a:pt x="3885888" y="0"/>
                  </a:lnTo>
                  <a:lnTo>
                    <a:pt x="3885888" y="647700"/>
                  </a:lnTo>
                  <a:lnTo>
                    <a:pt x="0" y="647700"/>
                  </a:lnTo>
                  <a:close/>
                </a:path>
              </a:pathLst>
            </a:custGeom>
            <a:solidFill>
              <a:srgbClr val="3D89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</p:grpSp>
      <p:sp>
        <p:nvSpPr>
          <p:cNvPr id="11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522818" y="948744"/>
            <a:ext cx="9459383" cy="544391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3" name="内容占位符 12"/>
          <p:cNvSpPr>
            <a:spLocks noGrp="1"/>
          </p:cNvSpPr>
          <p:nvPr>
            <p:ph sz="quarter" idx="14" hasCustomPrompt="1"/>
          </p:nvPr>
        </p:nvSpPr>
        <p:spPr>
          <a:xfrm>
            <a:off x="838200" y="1863725"/>
            <a:ext cx="10515600" cy="40449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4" name="矩形 13"/>
          <p:cNvSpPr/>
          <p:nvPr userDrawn="1"/>
        </p:nvSpPr>
        <p:spPr>
          <a:xfrm>
            <a:off x="0" y="6123216"/>
            <a:ext cx="12192000" cy="54614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>
              <a:solidFill>
                <a:prstClr val="white"/>
              </a:solidFill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0" y="6669360"/>
            <a:ext cx="12192000" cy="188640"/>
          </a:xfrm>
          <a:prstGeom prst="rect">
            <a:avLst/>
          </a:prstGeom>
          <a:solidFill>
            <a:srgbClr val="3D89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prstClr val="white"/>
              </a:solidFill>
            </a:endParaRPr>
          </a:p>
        </p:txBody>
      </p:sp>
      <p:sp>
        <p:nvSpPr>
          <p:cNvPr id="10" name="内容占位符 9"/>
          <p:cNvSpPr>
            <a:spLocks noGrp="1"/>
          </p:cNvSpPr>
          <p:nvPr>
            <p:ph sz="quarter" idx="15" hasCustomPrompt="1"/>
          </p:nvPr>
        </p:nvSpPr>
        <p:spPr>
          <a:xfrm>
            <a:off x="838201" y="204166"/>
            <a:ext cx="4976284" cy="571500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442546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D5C399C-4913-4343-8E29-83265AA14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CD581AF-C89A-403B-8FCA-EBAA3D7E2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A02977-5D3F-4047-B249-E5D0AB1370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3AB6C2-819A-4FF7-9299-BBCC03A9A251}" type="datetimeFigureOut">
              <a:rPr lang="zh-CN" altLang="en-US" smtClean="0"/>
              <a:t>2024/12/30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03E7FF-97C5-42DC-BCA5-EADEE018CB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4346B3-FF86-40B5-A2D7-599121B33C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81F93B-14BD-4ECA-8B9C-05AF8073B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3395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1.2.1 </a:t>
            </a:r>
            <a:r>
              <a:rPr lang="zh-CN" altLang="en-US" dirty="0"/>
              <a:t>在</a:t>
            </a:r>
            <a:r>
              <a:rPr lang="en-US" altLang="zh-CN" dirty="0"/>
              <a:t>Windows</a:t>
            </a:r>
            <a:r>
              <a:rPr lang="zh-CN" altLang="en-US" dirty="0"/>
              <a:t>系统中安装</a:t>
            </a:r>
            <a:r>
              <a:rPr lang="en-US" altLang="zh-CN" dirty="0"/>
              <a:t>Python 3</a:t>
            </a:r>
            <a:endParaRPr lang="zh-CN" altLang="en-US" dirty="0"/>
          </a:p>
        </p:txBody>
      </p:sp>
      <p:sp>
        <p:nvSpPr>
          <p:cNvPr id="11" name="内容占位符 10"/>
          <p:cNvSpPr>
            <a:spLocks noGrp="1"/>
          </p:cNvSpPr>
          <p:nvPr>
            <p:ph sz="quarter" idx="15"/>
          </p:nvPr>
        </p:nvSpPr>
        <p:spPr>
          <a:xfrm>
            <a:off x="1768803" y="104401"/>
            <a:ext cx="3732213" cy="571500"/>
          </a:xfrm>
        </p:spPr>
        <p:txBody>
          <a:bodyPr/>
          <a:lstStyle/>
          <a:p>
            <a:r>
              <a:rPr lang="en-US" altLang="zh-CN" dirty="0"/>
              <a:t>1.2 Python</a:t>
            </a:r>
            <a:r>
              <a:rPr lang="zh-CN" altLang="en-US" dirty="0"/>
              <a:t>环境构建</a:t>
            </a:r>
          </a:p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4"/>
          </p:nvPr>
        </p:nvSpPr>
        <p:spPr>
          <a:xfrm>
            <a:off x="2152650" y="1666211"/>
            <a:ext cx="7886700" cy="891050"/>
          </a:xfrm>
        </p:spPr>
        <p:txBody>
          <a:bodyPr/>
          <a:lstStyle/>
          <a:p>
            <a:pPr indent="457200">
              <a:lnSpc>
                <a:spcPct val="100000"/>
              </a:lnSpc>
            </a:pPr>
            <a:r>
              <a:rPr lang="zh-CN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进入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Python</a:t>
            </a:r>
            <a:r>
              <a:rPr lang="zh-CN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官方网站（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https://www.Python.org</a:t>
            </a:r>
            <a:r>
              <a:rPr lang="zh-CN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）下载安装包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文本框 27"/>
          <p:cNvSpPr txBox="1"/>
          <p:nvPr/>
        </p:nvSpPr>
        <p:spPr>
          <a:xfrm>
            <a:off x="8154204" y="234393"/>
            <a:ext cx="1824355" cy="3003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5" dirty="0">
                <a:solidFill>
                  <a:prstClr val="white"/>
                </a:solidFill>
              </a:rPr>
              <a:t>第一章   Python3概述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150" y="2345715"/>
            <a:ext cx="7048500" cy="3264511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4552950" y="3181351"/>
            <a:ext cx="781050" cy="2952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1.2.1 </a:t>
            </a:r>
            <a:r>
              <a:rPr lang="zh-CN" altLang="en-US" dirty="0"/>
              <a:t>在</a:t>
            </a:r>
            <a:r>
              <a:rPr lang="en-US" altLang="zh-CN" dirty="0"/>
              <a:t>Windows</a:t>
            </a:r>
            <a:r>
              <a:rPr lang="zh-CN" altLang="en-US" dirty="0"/>
              <a:t>系统中安装</a:t>
            </a:r>
            <a:r>
              <a:rPr lang="en-US" altLang="zh-CN" dirty="0"/>
              <a:t>Python 3</a:t>
            </a:r>
            <a:endParaRPr lang="zh-CN" altLang="en-US" dirty="0"/>
          </a:p>
        </p:txBody>
      </p:sp>
      <p:sp>
        <p:nvSpPr>
          <p:cNvPr id="11" name="内容占位符 10"/>
          <p:cNvSpPr>
            <a:spLocks noGrp="1"/>
          </p:cNvSpPr>
          <p:nvPr>
            <p:ph sz="quarter" idx="15"/>
          </p:nvPr>
        </p:nvSpPr>
        <p:spPr>
          <a:xfrm>
            <a:off x="1768803" y="104401"/>
            <a:ext cx="3732213" cy="571500"/>
          </a:xfrm>
        </p:spPr>
        <p:txBody>
          <a:bodyPr/>
          <a:lstStyle/>
          <a:p>
            <a:r>
              <a:rPr lang="en-US" altLang="zh-CN" dirty="0"/>
              <a:t>1.2 Python</a:t>
            </a:r>
            <a:r>
              <a:rPr lang="zh-CN" altLang="en-US" dirty="0"/>
              <a:t>环境构建</a:t>
            </a:r>
          </a:p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4"/>
          </p:nvPr>
        </p:nvSpPr>
        <p:spPr>
          <a:xfrm>
            <a:off x="2152650" y="1666211"/>
            <a:ext cx="7886700" cy="891050"/>
          </a:xfrm>
        </p:spPr>
        <p:txBody>
          <a:bodyPr/>
          <a:lstStyle/>
          <a:p>
            <a:pPr indent="457200">
              <a:lnSpc>
                <a:spcPct val="100000"/>
              </a:lnSpc>
            </a:pPr>
            <a:r>
              <a:rPr lang="zh-CN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进入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Windows</a:t>
            </a:r>
            <a:r>
              <a:rPr lang="zh-CN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版的下载页面（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https://www.Python.org/downloads/windows/</a:t>
            </a:r>
            <a:r>
              <a:rPr lang="zh-CN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）</a:t>
            </a:r>
          </a:p>
        </p:txBody>
      </p:sp>
      <p:pic>
        <p:nvPicPr>
          <p:cNvPr id="8" name="图片 7" descr="图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6113" y="2242936"/>
            <a:ext cx="4901790" cy="32711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5953928" y="2750312"/>
            <a:ext cx="44005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/>
            <a:r>
              <a:rPr lang="en-US" altLang="zh-CN" sz="1600" dirty="0">
                <a:solidFill>
                  <a:schemeClr val="accent1"/>
                </a:solidFill>
              </a:rPr>
              <a:t>web-based installer</a:t>
            </a:r>
            <a:r>
              <a:rPr lang="zh-CN" altLang="en-US" sz="1600" dirty="0">
                <a:solidFill>
                  <a:schemeClr val="accent1"/>
                </a:solidFill>
              </a:rPr>
              <a:t>：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基于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web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的安装文件，安装过程中需要一直连接网络；</a:t>
            </a:r>
          </a:p>
          <a:p>
            <a:pPr indent="457200"/>
            <a:r>
              <a:rPr lang="en-US" altLang="zh-CN" sz="1600" dirty="0">
                <a:solidFill>
                  <a:schemeClr val="accent1"/>
                </a:solidFill>
              </a:rPr>
              <a:t>executable installer</a:t>
            </a:r>
            <a:r>
              <a:rPr lang="zh-CN" altLang="en-US" sz="1600" dirty="0">
                <a:solidFill>
                  <a:schemeClr val="accent1"/>
                </a:solidFill>
              </a:rPr>
              <a:t>：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是可执行的安装文件，下载后直接双击开始安装；</a:t>
            </a:r>
          </a:p>
          <a:p>
            <a:pPr indent="457200"/>
            <a:r>
              <a:rPr lang="en-US" altLang="zh-CN" sz="1600" dirty="0">
                <a:solidFill>
                  <a:schemeClr val="accent1"/>
                </a:solidFill>
              </a:rPr>
              <a:t>embeddable zip file</a:t>
            </a:r>
            <a:r>
              <a:rPr lang="zh-CN" altLang="en-US" sz="1600" dirty="0">
                <a:solidFill>
                  <a:schemeClr val="accent1"/>
                </a:solidFill>
              </a:rPr>
              <a:t>：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是安装文件的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zip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格式压缩包，下载后需要解压缩之后再进行安装。</a:t>
            </a:r>
          </a:p>
          <a:p>
            <a:pPr indent="457200"/>
            <a:r>
              <a:rPr lang="en-US" altLang="zh-CN" sz="1600" dirty="0">
                <a:solidFill>
                  <a:schemeClr val="accent1"/>
                </a:solidFill>
              </a:rPr>
              <a:t>Windows x86-64 executable installer</a:t>
            </a:r>
            <a:r>
              <a:rPr lang="zh-CN" altLang="en-US" sz="1600" dirty="0">
                <a:solidFill>
                  <a:schemeClr val="accent1"/>
                </a:solidFill>
              </a:rPr>
              <a:t>：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x86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架构的计算机的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windows 64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位操作系统的可执行安装文件。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953928" y="5190921"/>
            <a:ext cx="4400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>
                <a:solidFill>
                  <a:schemeClr val="accent1"/>
                </a:solidFill>
              </a:rPr>
              <a:t>这里我们下载的是“</a:t>
            </a:r>
            <a:r>
              <a:rPr lang="en-US" altLang="zh-CN" dirty="0">
                <a:solidFill>
                  <a:schemeClr val="accent1"/>
                </a:solidFill>
              </a:rPr>
              <a:t>Windows x86-64 executable installer</a:t>
            </a:r>
            <a:r>
              <a:rPr lang="zh-CN" altLang="zh-CN" dirty="0">
                <a:solidFill>
                  <a:schemeClr val="accent1"/>
                </a:solidFill>
              </a:rPr>
              <a:t>”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4" name="文本框 27"/>
          <p:cNvSpPr txBox="1"/>
          <p:nvPr/>
        </p:nvSpPr>
        <p:spPr>
          <a:xfrm>
            <a:off x="8154204" y="234393"/>
            <a:ext cx="1824355" cy="3003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5" dirty="0">
                <a:solidFill>
                  <a:prstClr val="white"/>
                </a:solidFill>
              </a:rPr>
              <a:t>第一章   Python3概述</a:t>
            </a:r>
          </a:p>
        </p:txBody>
      </p:sp>
    </p:spTree>
    <p:extLst>
      <p:ext uri="{BB962C8B-B14F-4D97-AF65-F5344CB8AC3E}">
        <p14:creationId xmlns:p14="http://schemas.microsoft.com/office/powerpoint/2010/main" val="3067346013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1.2.1 </a:t>
            </a:r>
            <a:r>
              <a:rPr lang="zh-CN" altLang="en-US" dirty="0"/>
              <a:t>在</a:t>
            </a:r>
            <a:r>
              <a:rPr lang="en-US" altLang="zh-CN" dirty="0"/>
              <a:t>Windows</a:t>
            </a:r>
            <a:r>
              <a:rPr lang="zh-CN" altLang="en-US" dirty="0"/>
              <a:t>系统中安装</a:t>
            </a:r>
            <a:r>
              <a:rPr lang="en-US" altLang="zh-CN" dirty="0"/>
              <a:t>Python 3</a:t>
            </a:r>
            <a:endParaRPr lang="zh-CN" altLang="en-US" dirty="0"/>
          </a:p>
        </p:txBody>
      </p:sp>
      <p:sp>
        <p:nvSpPr>
          <p:cNvPr id="10" name="内容占位符 9"/>
          <p:cNvSpPr>
            <a:spLocks noGrp="1"/>
          </p:cNvSpPr>
          <p:nvPr>
            <p:ph sz="quarter" idx="14"/>
          </p:nvPr>
        </p:nvSpPr>
        <p:spPr>
          <a:xfrm>
            <a:off x="2152650" y="1863726"/>
            <a:ext cx="2924778" cy="2071667"/>
          </a:xfrm>
        </p:spPr>
        <p:txBody>
          <a:bodyPr/>
          <a:lstStyle/>
          <a:p>
            <a:pPr indent="457200">
              <a:lnSpc>
                <a:spcPct val="100000"/>
              </a:lnSpc>
            </a:pPr>
            <a:r>
              <a:rPr lang="zh-CN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安装时需要选中最下方的</a:t>
            </a:r>
            <a:r>
              <a:rPr lang="en-US" altLang="zh-CN" dirty="0">
                <a:solidFill>
                  <a:schemeClr val="accent1"/>
                </a:solidFill>
              </a:rPr>
              <a:t>Add Python 3.6 to PATH</a:t>
            </a:r>
            <a:r>
              <a:rPr lang="zh-CN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，即把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Python3.6</a:t>
            </a:r>
            <a:r>
              <a:rPr lang="zh-CN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的可执行文件、库文件等路径，添加到环境变量，这样可以在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windows shell</a:t>
            </a:r>
            <a:r>
              <a:rPr lang="zh-CN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环境下面运行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Python</a:t>
            </a:r>
            <a:r>
              <a:rPr lang="zh-CN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。</a:t>
            </a:r>
          </a:p>
        </p:txBody>
      </p:sp>
      <p:sp>
        <p:nvSpPr>
          <p:cNvPr id="11" name="内容占位符 10"/>
          <p:cNvSpPr>
            <a:spLocks noGrp="1"/>
          </p:cNvSpPr>
          <p:nvPr>
            <p:ph sz="quarter" idx="15"/>
          </p:nvPr>
        </p:nvSpPr>
        <p:spPr>
          <a:xfrm>
            <a:off x="1768803" y="104401"/>
            <a:ext cx="3732213" cy="571500"/>
          </a:xfrm>
        </p:spPr>
        <p:txBody>
          <a:bodyPr/>
          <a:lstStyle/>
          <a:p>
            <a:r>
              <a:rPr lang="en-US" altLang="zh-CN" dirty="0"/>
              <a:t>1.2 Python</a:t>
            </a:r>
            <a:r>
              <a:rPr lang="zh-CN" altLang="en-US" dirty="0"/>
              <a:t>环境构建</a:t>
            </a:r>
          </a:p>
          <a:p>
            <a:endParaRPr lang="zh-CN" altLang="en-US" dirty="0"/>
          </a:p>
        </p:txBody>
      </p:sp>
      <p:pic>
        <p:nvPicPr>
          <p:cNvPr id="12" name="图片 11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9046" y="1666211"/>
            <a:ext cx="4510305" cy="3645042"/>
          </a:xfrm>
          <a:prstGeom prst="rect">
            <a:avLst/>
          </a:prstGeom>
        </p:spPr>
      </p:pic>
      <p:sp>
        <p:nvSpPr>
          <p:cNvPr id="14" name="文本框 27"/>
          <p:cNvSpPr txBox="1"/>
          <p:nvPr/>
        </p:nvSpPr>
        <p:spPr>
          <a:xfrm>
            <a:off x="8154204" y="234393"/>
            <a:ext cx="1824355" cy="3003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5" dirty="0">
                <a:solidFill>
                  <a:prstClr val="white"/>
                </a:solidFill>
              </a:rPr>
              <a:t>第一章   Python3概述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1.2.1 </a:t>
            </a:r>
            <a:r>
              <a:rPr lang="zh-CN" altLang="en-US" dirty="0"/>
              <a:t>在</a:t>
            </a:r>
            <a:r>
              <a:rPr lang="en-US" altLang="zh-CN" dirty="0"/>
              <a:t>Windows</a:t>
            </a:r>
            <a:r>
              <a:rPr lang="zh-CN" altLang="en-US" dirty="0"/>
              <a:t>系统中安装</a:t>
            </a:r>
            <a:r>
              <a:rPr lang="en-US" altLang="zh-CN" dirty="0"/>
              <a:t>Python 3</a:t>
            </a:r>
            <a:endParaRPr lang="zh-CN" altLang="en-US" dirty="0"/>
          </a:p>
        </p:txBody>
      </p:sp>
      <p:sp>
        <p:nvSpPr>
          <p:cNvPr id="10" name="内容占位符 9"/>
          <p:cNvSpPr>
            <a:spLocks noGrp="1"/>
          </p:cNvSpPr>
          <p:nvPr>
            <p:ph sz="quarter" idx="14"/>
          </p:nvPr>
        </p:nvSpPr>
        <p:spPr>
          <a:xfrm>
            <a:off x="6332925" y="2233914"/>
            <a:ext cx="4161456" cy="267375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dirty="0">
                <a:solidFill>
                  <a:schemeClr val="accent1"/>
                </a:solidFill>
              </a:rPr>
              <a:t>Documentation</a:t>
            </a:r>
            <a:r>
              <a:rPr lang="zh-CN" altLang="zh-CN" dirty="0">
                <a:solidFill>
                  <a:schemeClr val="accent1"/>
                </a:solidFill>
              </a:rPr>
              <a:t>：</a:t>
            </a:r>
            <a:r>
              <a:rPr lang="zh-CN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安装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Python</a:t>
            </a:r>
            <a:r>
              <a:rPr lang="zh-CN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文档文件</a:t>
            </a:r>
            <a:endParaRPr lang="zh-CN" altLang="zh-CN" dirty="0"/>
          </a:p>
          <a:p>
            <a:pPr>
              <a:lnSpc>
                <a:spcPct val="100000"/>
              </a:lnSpc>
            </a:pPr>
            <a:r>
              <a:rPr lang="en-US" altLang="zh-CN" dirty="0">
                <a:solidFill>
                  <a:schemeClr val="accent1"/>
                </a:solidFill>
              </a:rPr>
              <a:t>pip</a:t>
            </a:r>
            <a:r>
              <a:rPr lang="zh-CN" altLang="zh-CN" dirty="0">
                <a:solidFill>
                  <a:schemeClr val="accent1"/>
                </a:solidFill>
              </a:rPr>
              <a:t>：</a:t>
            </a:r>
            <a:r>
              <a:rPr lang="zh-CN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下载和安装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Python</a:t>
            </a:r>
            <a:r>
              <a:rPr lang="zh-CN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包的工具</a:t>
            </a:r>
          </a:p>
          <a:p>
            <a:pPr>
              <a:lnSpc>
                <a:spcPct val="100000"/>
              </a:lnSpc>
            </a:pPr>
            <a:r>
              <a:rPr lang="en-US" altLang="zh-CN" dirty="0">
                <a:solidFill>
                  <a:schemeClr val="accent1"/>
                </a:solidFill>
              </a:rPr>
              <a:t>td/</a:t>
            </a:r>
            <a:r>
              <a:rPr lang="en-US" altLang="zh-CN" dirty="0" err="1">
                <a:solidFill>
                  <a:schemeClr val="accent1"/>
                </a:solidFill>
              </a:rPr>
              <a:t>tk</a:t>
            </a:r>
            <a:r>
              <a:rPr lang="en-US" altLang="zh-CN" dirty="0">
                <a:solidFill>
                  <a:schemeClr val="accent1"/>
                </a:solidFill>
              </a:rPr>
              <a:t> and IDLE</a:t>
            </a:r>
            <a:r>
              <a:rPr lang="zh-CN" altLang="zh-CN" dirty="0">
                <a:solidFill>
                  <a:schemeClr val="accent1"/>
                </a:solidFill>
              </a:rPr>
              <a:t>：</a:t>
            </a:r>
            <a:r>
              <a:rPr lang="zh-CN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安装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tkinter</a:t>
            </a:r>
            <a:r>
              <a:rPr lang="zh-CN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和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IDLE</a:t>
            </a:r>
            <a:r>
              <a:rPr lang="zh-CN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开发环境</a:t>
            </a:r>
          </a:p>
          <a:p>
            <a:pPr>
              <a:lnSpc>
                <a:spcPct val="100000"/>
              </a:lnSpc>
            </a:pPr>
            <a:r>
              <a:rPr lang="en-US" altLang="zh-CN" dirty="0">
                <a:solidFill>
                  <a:schemeClr val="accent1"/>
                </a:solidFill>
              </a:rPr>
              <a:t>Python test suite</a:t>
            </a:r>
            <a:r>
              <a:rPr lang="zh-CN" altLang="zh-CN" dirty="0">
                <a:solidFill>
                  <a:schemeClr val="accent1"/>
                </a:solidFill>
              </a:rPr>
              <a:t>：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Python</a:t>
            </a:r>
            <a:r>
              <a:rPr lang="zh-CN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标准库测试套件</a:t>
            </a:r>
          </a:p>
          <a:p>
            <a:pPr>
              <a:lnSpc>
                <a:spcPct val="100000"/>
              </a:lnSpc>
            </a:pPr>
            <a:r>
              <a:rPr lang="en-US" altLang="zh-CN" dirty="0" err="1">
                <a:solidFill>
                  <a:schemeClr val="accent1"/>
                </a:solidFill>
              </a:rPr>
              <a:t>py</a:t>
            </a:r>
            <a:r>
              <a:rPr lang="en-US" altLang="zh-CN" dirty="0">
                <a:solidFill>
                  <a:schemeClr val="accent1"/>
                </a:solidFill>
              </a:rPr>
              <a:t> launcher</a:t>
            </a:r>
            <a:r>
              <a:rPr lang="zh-CN" altLang="zh-CN" dirty="0">
                <a:solidFill>
                  <a:schemeClr val="accent1"/>
                </a:solidFill>
              </a:rPr>
              <a:t>：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Python</a:t>
            </a:r>
            <a:r>
              <a:rPr lang="zh-CN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启动器</a:t>
            </a:r>
          </a:p>
          <a:p>
            <a:pPr>
              <a:lnSpc>
                <a:spcPct val="100000"/>
              </a:lnSpc>
            </a:pPr>
            <a:r>
              <a:rPr lang="en-US" altLang="zh-CN" dirty="0">
                <a:solidFill>
                  <a:schemeClr val="accent1"/>
                </a:solidFill>
              </a:rPr>
              <a:t>for all users (requires elevation)</a:t>
            </a:r>
            <a:r>
              <a:rPr lang="zh-CN" altLang="zh-CN" dirty="0">
                <a:solidFill>
                  <a:schemeClr val="accent1"/>
                </a:solidFill>
              </a:rPr>
              <a:t>：</a:t>
            </a:r>
            <a:r>
              <a:rPr lang="zh-CN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所有用户使用</a:t>
            </a:r>
          </a:p>
          <a:p>
            <a:endParaRPr lang="zh-CN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内容占位符 10"/>
          <p:cNvSpPr>
            <a:spLocks noGrp="1"/>
          </p:cNvSpPr>
          <p:nvPr>
            <p:ph sz="quarter" idx="15"/>
          </p:nvPr>
        </p:nvSpPr>
        <p:spPr>
          <a:xfrm>
            <a:off x="1768803" y="104401"/>
            <a:ext cx="3732213" cy="571500"/>
          </a:xfrm>
        </p:spPr>
        <p:txBody>
          <a:bodyPr/>
          <a:lstStyle/>
          <a:p>
            <a:r>
              <a:rPr lang="en-US" altLang="zh-CN" dirty="0"/>
              <a:t>1.2 Python</a:t>
            </a:r>
            <a:r>
              <a:rPr lang="zh-CN" altLang="en-US" dirty="0"/>
              <a:t>环境构建</a:t>
            </a:r>
          </a:p>
          <a:p>
            <a:endParaRPr lang="zh-CN" altLang="en-US" dirty="0"/>
          </a:p>
        </p:txBody>
      </p:sp>
      <p:pic>
        <p:nvPicPr>
          <p:cNvPr id="5" name="图片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7620" y="1493134"/>
            <a:ext cx="4590431" cy="3671956"/>
          </a:xfrm>
          <a:prstGeom prst="rect">
            <a:avLst/>
          </a:prstGeom>
        </p:spPr>
      </p:pic>
      <p:sp>
        <p:nvSpPr>
          <p:cNvPr id="14" name="文本框 27"/>
          <p:cNvSpPr txBox="1"/>
          <p:nvPr/>
        </p:nvSpPr>
        <p:spPr>
          <a:xfrm>
            <a:off x="8154204" y="234393"/>
            <a:ext cx="1824355" cy="3003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5" dirty="0">
                <a:solidFill>
                  <a:prstClr val="white"/>
                </a:solidFill>
              </a:rPr>
              <a:t>第一章   Python3概述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1.2.1 </a:t>
            </a:r>
            <a:r>
              <a:rPr lang="zh-CN" altLang="en-US" dirty="0"/>
              <a:t>在</a:t>
            </a:r>
            <a:r>
              <a:rPr lang="en-US" altLang="zh-CN" dirty="0"/>
              <a:t>Windows</a:t>
            </a:r>
            <a:r>
              <a:rPr lang="zh-CN" altLang="en-US" dirty="0"/>
              <a:t>系统中安装</a:t>
            </a:r>
            <a:r>
              <a:rPr lang="en-US" altLang="zh-CN" dirty="0"/>
              <a:t>Python 3</a:t>
            </a:r>
            <a:endParaRPr lang="zh-CN" altLang="en-US" dirty="0"/>
          </a:p>
        </p:txBody>
      </p:sp>
      <p:sp>
        <p:nvSpPr>
          <p:cNvPr id="10" name="内容占位符 9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1" name="内容占位符 10"/>
          <p:cNvSpPr>
            <a:spLocks noGrp="1"/>
          </p:cNvSpPr>
          <p:nvPr>
            <p:ph sz="quarter" idx="15"/>
          </p:nvPr>
        </p:nvSpPr>
        <p:spPr>
          <a:xfrm>
            <a:off x="1768803" y="104401"/>
            <a:ext cx="3732213" cy="571500"/>
          </a:xfrm>
        </p:spPr>
        <p:txBody>
          <a:bodyPr/>
          <a:lstStyle/>
          <a:p>
            <a:r>
              <a:rPr lang="en-US" altLang="zh-CN" dirty="0"/>
              <a:t>1.2 Python</a:t>
            </a:r>
            <a:r>
              <a:rPr lang="zh-CN" altLang="en-US" dirty="0"/>
              <a:t>环境构建</a:t>
            </a:r>
          </a:p>
          <a:p>
            <a:endParaRPr lang="zh-CN" altLang="en-US" dirty="0"/>
          </a:p>
        </p:txBody>
      </p:sp>
      <p:pic>
        <p:nvPicPr>
          <p:cNvPr id="5" name="图片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6114" y="1760379"/>
            <a:ext cx="4422955" cy="361027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6575605" y="948742"/>
            <a:ext cx="346374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勾选</a:t>
            </a:r>
            <a:r>
              <a:rPr lang="en-US" altLang="zh-CN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Install for all users</a:t>
            </a:r>
            <a:r>
              <a:rPr lang="zh-CN" altLang="zh-CN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针对所有用户安装，就可以按自己的需求修改安装路径</a:t>
            </a:r>
          </a:p>
        </p:txBody>
      </p:sp>
      <p:pic>
        <p:nvPicPr>
          <p:cNvPr id="7" name="图片 6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068" y="2242663"/>
            <a:ext cx="3700282" cy="2420728"/>
          </a:xfrm>
          <a:prstGeom prst="rect">
            <a:avLst/>
          </a:prstGeom>
        </p:spPr>
      </p:pic>
      <p:sp>
        <p:nvSpPr>
          <p:cNvPr id="14" name="文本框 27"/>
          <p:cNvSpPr txBox="1"/>
          <p:nvPr/>
        </p:nvSpPr>
        <p:spPr>
          <a:xfrm>
            <a:off x="8154204" y="234393"/>
            <a:ext cx="1824355" cy="3003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5" dirty="0">
                <a:solidFill>
                  <a:prstClr val="white"/>
                </a:solidFill>
              </a:rPr>
              <a:t>第一章   Python3概述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1.2.1 </a:t>
            </a:r>
            <a:r>
              <a:rPr lang="zh-CN" altLang="en-US" dirty="0"/>
              <a:t>在</a:t>
            </a:r>
            <a:r>
              <a:rPr lang="en-US" altLang="zh-CN" dirty="0"/>
              <a:t>Windows</a:t>
            </a:r>
            <a:r>
              <a:rPr lang="zh-CN" altLang="en-US" dirty="0"/>
              <a:t>系统中安装</a:t>
            </a:r>
            <a:r>
              <a:rPr lang="en-US" altLang="zh-CN" dirty="0"/>
              <a:t>Python 3</a:t>
            </a:r>
            <a:endParaRPr lang="zh-CN" altLang="en-US" dirty="0"/>
          </a:p>
        </p:txBody>
      </p:sp>
      <p:sp>
        <p:nvSpPr>
          <p:cNvPr id="11" name="内容占位符 10"/>
          <p:cNvSpPr>
            <a:spLocks noGrp="1"/>
          </p:cNvSpPr>
          <p:nvPr>
            <p:ph sz="quarter" idx="15"/>
          </p:nvPr>
        </p:nvSpPr>
        <p:spPr>
          <a:xfrm>
            <a:off x="1772403" y="104401"/>
            <a:ext cx="3732213" cy="571500"/>
          </a:xfrm>
        </p:spPr>
        <p:txBody>
          <a:bodyPr/>
          <a:lstStyle/>
          <a:p>
            <a:r>
              <a:rPr lang="en-US" altLang="zh-CN" dirty="0"/>
              <a:t>1.2 Python</a:t>
            </a:r>
            <a:r>
              <a:rPr lang="zh-CN" altLang="en-US" dirty="0"/>
              <a:t>环境构建</a:t>
            </a:r>
          </a:p>
          <a:p>
            <a:endParaRPr lang="zh-CN" altLang="en-US" dirty="0"/>
          </a:p>
        </p:txBody>
      </p:sp>
      <p:pic>
        <p:nvPicPr>
          <p:cNvPr id="5" name="内容占位符 4"/>
          <p:cNvPicPr>
            <a:picLocks noGrp="1"/>
          </p:cNvPicPr>
          <p:nvPr>
            <p:ph sz="quarter" idx="14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2650" y="1263493"/>
            <a:ext cx="5098222" cy="3109229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2651" y="4372721"/>
            <a:ext cx="7368287" cy="1638136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7250873" y="1493135"/>
            <a:ext cx="302501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" indent="266700" algn="just"/>
            <a:r>
              <a:rPr lang="zh-CN" altLang="zh-CN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安装完成</a:t>
            </a:r>
          </a:p>
          <a:p>
            <a:pPr marL="114300" indent="266700" algn="just"/>
            <a:r>
              <a:rPr lang="zh-CN" altLang="zh-CN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使用命令提示符进行验证，打开</a:t>
            </a:r>
            <a:r>
              <a:rPr lang="en-US" altLang="zh-CN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Windows</a:t>
            </a:r>
            <a:r>
              <a:rPr lang="zh-CN" altLang="zh-CN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的命令行模式，输入“</a:t>
            </a:r>
            <a:r>
              <a:rPr lang="en-US" altLang="zh-CN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Python</a:t>
            </a:r>
            <a:r>
              <a:rPr lang="zh-CN" altLang="zh-CN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”或“</a:t>
            </a:r>
            <a:r>
              <a:rPr lang="en-US" altLang="zh-CN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python</a:t>
            </a:r>
            <a:r>
              <a:rPr lang="zh-CN" altLang="zh-CN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”，屏幕输出如</a:t>
            </a:r>
            <a:r>
              <a:rPr lang="zh-CN" altLang="en-US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下</a:t>
            </a:r>
            <a:r>
              <a:rPr lang="zh-CN" altLang="zh-CN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图所示，则说明</a:t>
            </a:r>
            <a:r>
              <a:rPr lang="en-US" altLang="zh-CN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Python</a:t>
            </a:r>
            <a:r>
              <a:rPr lang="zh-CN" altLang="zh-CN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解释器成功运行，</a:t>
            </a:r>
            <a:r>
              <a:rPr lang="en-US" altLang="zh-CN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Python</a:t>
            </a:r>
            <a:r>
              <a:rPr lang="zh-CN" altLang="zh-CN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安装完成，并且相关环境变量配置成功。</a:t>
            </a:r>
          </a:p>
        </p:txBody>
      </p:sp>
      <p:sp>
        <p:nvSpPr>
          <p:cNvPr id="14" name="文本框 27"/>
          <p:cNvSpPr txBox="1"/>
          <p:nvPr/>
        </p:nvSpPr>
        <p:spPr>
          <a:xfrm>
            <a:off x="8154204" y="234393"/>
            <a:ext cx="1824355" cy="3003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5" dirty="0">
                <a:solidFill>
                  <a:prstClr val="white"/>
                </a:solidFill>
              </a:rPr>
              <a:t>第一章   Python3概述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" name="内容占位符 9"/>
          <p:cNvSpPr>
            <a:spLocks noGrp="1"/>
          </p:cNvSpPr>
          <p:nvPr>
            <p:ph sz="quarter" idx="14"/>
          </p:nvPr>
        </p:nvSpPr>
        <p:spPr>
          <a:xfrm>
            <a:off x="2384145" y="1864307"/>
            <a:ext cx="6431907" cy="1341880"/>
          </a:xfrm>
        </p:spPr>
        <p:txBody>
          <a:bodyPr>
            <a:normAutofit/>
          </a:bodyPr>
          <a:lstStyle/>
          <a:p>
            <a:pPr indent="457200">
              <a:lnSpc>
                <a:spcPct val="100000"/>
              </a:lnSpc>
            </a:pP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Python 3.6.5</a:t>
            </a:r>
            <a:r>
              <a:rPr lang="zh-CN" altLang="zh-C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安装完成后，其自有的集成开发和学习环境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IDLE</a:t>
            </a:r>
            <a:r>
              <a:rPr lang="zh-CN" altLang="zh-C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（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Python’s Integrated Development and Learning Environment</a:t>
            </a:r>
            <a:r>
              <a:rPr lang="zh-CN" altLang="zh-C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）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就可以开始进行编程了。</a:t>
            </a:r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indent="457200">
              <a:lnSpc>
                <a:spcPct val="100000"/>
              </a:lnSpc>
            </a:pPr>
            <a:r>
              <a:rPr lang="zh-CN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编写并执行我们的第一个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Python</a:t>
            </a:r>
            <a:r>
              <a:rPr lang="zh-CN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程序“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Hello World!</a:t>
            </a:r>
            <a:r>
              <a:rPr lang="zh-CN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”</a:t>
            </a:r>
            <a:endParaRPr lang="zh-CN" altLang="zh-CN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内容占位符 10"/>
          <p:cNvSpPr>
            <a:spLocks noGrp="1"/>
          </p:cNvSpPr>
          <p:nvPr>
            <p:ph sz="quarter" idx="15"/>
          </p:nvPr>
        </p:nvSpPr>
        <p:spPr>
          <a:xfrm>
            <a:off x="1768803" y="104401"/>
            <a:ext cx="3732213" cy="571500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dirty="0"/>
              <a:t>1.3 </a:t>
            </a:r>
            <a:r>
              <a:rPr lang="zh-CN" altLang="en-US" dirty="0"/>
              <a:t>第一个程序 </a:t>
            </a:r>
            <a:r>
              <a:rPr lang="en-US" altLang="zh-CN" dirty="0"/>
              <a:t>Hello World!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3700041" y="3651815"/>
            <a:ext cx="375019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kern="1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print("Hello World!")</a:t>
            </a:r>
            <a:endParaRPr lang="zh-CN" altLang="en-US" sz="3200" dirty="0">
              <a:solidFill>
                <a:srgbClr val="00B0F0"/>
              </a:solidFill>
            </a:endParaRPr>
          </a:p>
        </p:txBody>
      </p:sp>
      <p:sp>
        <p:nvSpPr>
          <p:cNvPr id="14" name="文本框 27"/>
          <p:cNvSpPr txBox="1"/>
          <p:nvPr/>
        </p:nvSpPr>
        <p:spPr>
          <a:xfrm>
            <a:off x="8154204" y="234393"/>
            <a:ext cx="1824355" cy="3003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5" dirty="0">
                <a:solidFill>
                  <a:prstClr val="white"/>
                </a:solidFill>
              </a:rPr>
              <a:t>第一章   Python3概述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5"/>
          </p:nvPr>
        </p:nvSpPr>
        <p:spPr>
          <a:xfrm>
            <a:off x="1768803" y="104401"/>
            <a:ext cx="3732213" cy="571500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dirty="0"/>
              <a:t>1.3 </a:t>
            </a:r>
            <a:r>
              <a:rPr lang="zh-CN" altLang="en-US" dirty="0"/>
              <a:t>第一个程序 </a:t>
            </a:r>
            <a:r>
              <a:rPr lang="en-US" altLang="zh-CN" dirty="0"/>
              <a:t>Hello World!</a:t>
            </a:r>
            <a:endParaRPr lang="zh-CN" altLang="en-US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2152651" y="1087243"/>
            <a:ext cx="7381031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indent="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indent="457200"/>
            <a:r>
              <a:rPr lang="zh-CN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第一种方法，在命令行模式下，进入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Python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解释器进行代码编写，该方法可以简单快速的开始我们的编程。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indent="457200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Windows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Windows 7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或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10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）操作系统中，使用快捷键“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win”+“R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”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，弹出“运行”窗口，输入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cmd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并确定，输入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Python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进入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Python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命令行，在提示符“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&gt;&gt;&gt;”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之后，可以输入程序代码。这里输入第一个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Python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程序的代码：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indent="457200"/>
            <a:r>
              <a:rPr lang="en-US" altLang="zh-CN" dirty="0">
                <a:solidFill>
                  <a:srgbClr val="00B0F0"/>
                </a:solidFill>
                <a:latin typeface="+mn-ea"/>
                <a:cs typeface="Arial" panose="020B0604020202020204" pitchFamily="34" charset="0"/>
              </a:rPr>
              <a:t>&gt;&gt;&gt; print("Hello World!")</a:t>
            </a:r>
            <a:endParaRPr lang="en-US" altLang="zh-CN" dirty="0">
              <a:solidFill>
                <a:srgbClr val="00B0F0"/>
              </a:solidFill>
              <a:latin typeface="+mn-ea"/>
            </a:endParaRPr>
          </a:p>
          <a:p>
            <a:pPr indent="457200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完成输入后回车执行，执行结果显示在该代码下一行，如下所示：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indent="457200"/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pic>
        <p:nvPicPr>
          <p:cNvPr id="1025" name="图片 94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3945" y="3556321"/>
            <a:ext cx="8524111" cy="1695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文本框 27"/>
          <p:cNvSpPr txBox="1"/>
          <p:nvPr/>
        </p:nvSpPr>
        <p:spPr>
          <a:xfrm>
            <a:off x="8154204" y="234393"/>
            <a:ext cx="1824355" cy="3003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5" dirty="0">
                <a:solidFill>
                  <a:prstClr val="white"/>
                </a:solidFill>
              </a:rPr>
              <a:t>第一章   Python3概述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5"/>
          </p:nvPr>
        </p:nvSpPr>
        <p:spPr>
          <a:xfrm>
            <a:off x="1768803" y="104401"/>
            <a:ext cx="3732213" cy="571500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dirty="0"/>
              <a:t>1.3 </a:t>
            </a:r>
            <a:r>
              <a:rPr lang="zh-CN" altLang="en-US" dirty="0"/>
              <a:t>第一个程序 </a:t>
            </a:r>
            <a:r>
              <a:rPr lang="en-US" altLang="zh-CN" dirty="0"/>
              <a:t>Hello World!</a:t>
            </a:r>
            <a:endParaRPr lang="zh-CN" altLang="en-US" dirty="0"/>
          </a:p>
        </p:txBody>
      </p:sp>
      <p:pic>
        <p:nvPicPr>
          <p:cNvPr id="2049" name="图片 95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0535" y="4417408"/>
            <a:ext cx="5681727" cy="1158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916113" y="1350368"/>
            <a:ext cx="5317807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indent="2667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第二种方法，点击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Windows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的“开始”菜单，从程序组中找到“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Python 3.6”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下的“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IDLE (Python 3.6 32-bit)”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快捷方式，如右图所示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zh-CN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just"/>
            <a:endParaRPr lang="zh-CN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916114" y="2638800"/>
            <a:ext cx="538936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indent="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indent="266700" algn="just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点击并进入到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Python IDLE Shell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窗口，在提示符“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&gt;&gt;&gt;”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之后，输入第一个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Python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程序的代码：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r>
              <a:rPr lang="en-US" altLang="zh-CN" dirty="0">
                <a:solidFill>
                  <a:srgbClr val="00B0F0"/>
                </a:solidFill>
                <a:latin typeface="+mn-ea"/>
                <a:cs typeface="Arial" panose="020B0604020202020204" pitchFamily="34" charset="0"/>
              </a:rPr>
              <a:t>&gt;&gt;&gt; print("Hello World!")</a:t>
            </a:r>
            <a:endParaRPr lang="en-US" altLang="zh-CN" dirty="0">
              <a:solidFill>
                <a:srgbClr val="00B0F0"/>
              </a:solidFill>
              <a:latin typeface="+mn-ea"/>
            </a:endParaRPr>
          </a:p>
          <a:p>
            <a:pPr indent="266700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完成输入后回车执行，如下图所示：</a:t>
            </a:r>
            <a:endParaRPr lang="zh-CN" altLang="en-US" dirty="0">
              <a:latin typeface="+mn-ea"/>
            </a:endParaRPr>
          </a:p>
          <a:p>
            <a:pPr indent="266700"/>
            <a:endParaRPr lang="zh-CN" altLang="en-US" dirty="0">
              <a:latin typeface="+mn-ea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524001" y="14726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4" name="文本框 27"/>
          <p:cNvSpPr txBox="1"/>
          <p:nvPr/>
        </p:nvSpPr>
        <p:spPr>
          <a:xfrm>
            <a:off x="8154204" y="234393"/>
            <a:ext cx="1824355" cy="3003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5" dirty="0">
                <a:solidFill>
                  <a:prstClr val="white"/>
                </a:solidFill>
              </a:rPr>
              <a:t>第一章   Python3概述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6396" y="1007447"/>
            <a:ext cx="2533650" cy="33147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1.3.1 </a:t>
            </a:r>
            <a:r>
              <a:rPr lang="zh-CN" altLang="en-US" dirty="0"/>
              <a:t>程序简析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4"/>
          </p:nvPr>
        </p:nvSpPr>
        <p:spPr>
          <a:xfrm>
            <a:off x="2937558" y="3611503"/>
            <a:ext cx="6073092" cy="995222"/>
          </a:xfrm>
        </p:spPr>
        <p:txBody>
          <a:bodyPr>
            <a:normAutofit/>
          </a:bodyPr>
          <a:lstStyle/>
          <a:p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print()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：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Python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内置函数名称，作用是输出括号中的内容；</a:t>
            </a:r>
          </a:p>
          <a:p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"Hello World"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：字符串类型的数据，作为参数传递给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函数</a:t>
            </a:r>
          </a:p>
          <a:p>
            <a:endParaRPr lang="zh-CN" altLang="en-US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quarter" idx="15"/>
          </p:nvPr>
        </p:nvSpPr>
        <p:spPr>
          <a:xfrm>
            <a:off x="1768803" y="104401"/>
            <a:ext cx="3732213" cy="571500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dirty="0"/>
              <a:t>1.3 </a:t>
            </a:r>
            <a:r>
              <a:rPr lang="zh-CN" altLang="en-US" dirty="0"/>
              <a:t>第一个程序 </a:t>
            </a:r>
            <a:r>
              <a:rPr lang="en-US" altLang="zh-CN" dirty="0"/>
              <a:t>Hello World!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4232477" y="2309261"/>
            <a:ext cx="372704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kern="1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print("Hello World!")</a:t>
            </a:r>
            <a:endParaRPr lang="zh-CN" altLang="en-US" sz="3200" dirty="0">
              <a:solidFill>
                <a:srgbClr val="00B0F0"/>
              </a:solidFill>
            </a:endParaRPr>
          </a:p>
        </p:txBody>
      </p:sp>
      <p:sp>
        <p:nvSpPr>
          <p:cNvPr id="14" name="文本框 27"/>
          <p:cNvSpPr txBox="1"/>
          <p:nvPr/>
        </p:nvSpPr>
        <p:spPr>
          <a:xfrm>
            <a:off x="8154204" y="234393"/>
            <a:ext cx="1824355" cy="3003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5" dirty="0">
                <a:solidFill>
                  <a:prstClr val="white"/>
                </a:solidFill>
              </a:rPr>
              <a:t>第一章   Python3概述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>
          <a:xfrm>
            <a:off x="1916114" y="948744"/>
            <a:ext cx="7094537" cy="544391"/>
          </a:xfrm>
        </p:spPr>
        <p:txBody>
          <a:bodyPr/>
          <a:lstStyle/>
          <a:p>
            <a:r>
              <a:rPr lang="en-US" altLang="zh-CN" dirty="0"/>
              <a:t>1.4.1 PyCharm</a:t>
            </a:r>
            <a:r>
              <a:rPr lang="zh-CN" altLang="zh-CN" dirty="0"/>
              <a:t>的安装</a:t>
            </a:r>
          </a:p>
        </p:txBody>
      </p:sp>
      <p:sp>
        <p:nvSpPr>
          <p:cNvPr id="10" name="内容占位符 9"/>
          <p:cNvSpPr>
            <a:spLocks noGrp="1"/>
          </p:cNvSpPr>
          <p:nvPr>
            <p:ph sz="quarter" idx="14"/>
          </p:nvPr>
        </p:nvSpPr>
        <p:spPr>
          <a:xfrm>
            <a:off x="2152650" y="1863726"/>
            <a:ext cx="7886700" cy="1249865"/>
          </a:xfrm>
        </p:spPr>
        <p:txBody>
          <a:bodyPr>
            <a:noAutofit/>
          </a:bodyPr>
          <a:lstStyle/>
          <a:p>
            <a:pPr indent="457200">
              <a:lnSpc>
                <a:spcPct val="100000"/>
              </a:lnSpc>
            </a:pP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PyCharm </a:t>
            </a:r>
            <a:r>
              <a:rPr lang="zh-CN" altLang="zh-C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是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JetBrains</a:t>
            </a:r>
            <a:r>
              <a:rPr lang="zh-CN" altLang="zh-C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推出的一款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Python</a:t>
            </a:r>
            <a:r>
              <a:rPr lang="zh-CN" altLang="zh-C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的集成开发环境（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IDE</a:t>
            </a:r>
            <a:r>
              <a:rPr lang="zh-CN" altLang="zh-C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），具备一般 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IDE </a:t>
            </a:r>
            <a:r>
              <a:rPr lang="zh-CN" altLang="zh-C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的常用功能，比如：调试、语法高亮显示、项目管理、代码跳转、智能提示、自动完成和版本控制等。另外，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PyCharm </a:t>
            </a:r>
            <a:r>
              <a:rPr lang="zh-CN" altLang="zh-C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还提供了一些用于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Django</a:t>
            </a:r>
            <a:r>
              <a:rPr lang="zh-CN" altLang="zh-C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（一种基于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Python</a:t>
            </a:r>
            <a:r>
              <a:rPr lang="zh-CN" altLang="zh-C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web</a:t>
            </a:r>
            <a:r>
              <a:rPr lang="zh-CN" altLang="zh-C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应用框架）开发的功能，同时支持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Google App Engine</a:t>
            </a:r>
            <a:r>
              <a:rPr lang="zh-CN" altLang="zh-C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和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 sz="1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IronPython</a:t>
            </a:r>
            <a:r>
              <a:rPr lang="zh-CN" altLang="zh-C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。 </a:t>
            </a:r>
          </a:p>
          <a:p>
            <a:pPr indent="457200">
              <a:lnSpc>
                <a:spcPct val="100000"/>
              </a:lnSpc>
            </a:pPr>
            <a:endParaRPr lang="zh-CN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1" name="内容占位符 10"/>
          <p:cNvSpPr>
            <a:spLocks noGrp="1"/>
          </p:cNvSpPr>
          <p:nvPr>
            <p:ph sz="quarter" idx="15"/>
          </p:nvPr>
        </p:nvSpPr>
        <p:spPr>
          <a:xfrm>
            <a:off x="1768803" y="104401"/>
            <a:ext cx="3732213" cy="571500"/>
          </a:xfrm>
        </p:spPr>
        <p:txBody>
          <a:bodyPr/>
          <a:lstStyle/>
          <a:p>
            <a:r>
              <a:rPr lang="en-US" altLang="zh-CN" dirty="0"/>
              <a:t>1.4 </a:t>
            </a:r>
            <a:r>
              <a:rPr lang="zh-CN" altLang="zh-CN" dirty="0"/>
              <a:t>实验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2152650" y="3321934"/>
            <a:ext cx="772827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/>
            <a:r>
              <a:rPr lang="en-US" altLang="zh-CN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PyCharm</a:t>
            </a:r>
            <a:r>
              <a:rPr lang="zh-CN" altLang="zh-CN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有两个重要版本：社区版和专业版；其中社区版是免费提供给使用者学习</a:t>
            </a:r>
            <a:r>
              <a:rPr lang="en-US" altLang="zh-CN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Python</a:t>
            </a:r>
            <a:r>
              <a:rPr lang="zh-CN" altLang="zh-CN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的版本，其功能可以满足我们目前的学习需求</a:t>
            </a:r>
            <a:endParaRPr lang="en-US" altLang="zh-CN" kern="1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Times New Roman" panose="02020603050405020304" pitchFamily="18" charset="0"/>
            </a:endParaRPr>
          </a:p>
          <a:p>
            <a:pPr indent="457200"/>
            <a:r>
              <a:rPr lang="zh-CN" altLang="zh-CN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官方下载地址：</a:t>
            </a:r>
            <a:r>
              <a:rPr lang="en-US" altLang="zh-CN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http://www.jetbrains.com/pycharm/download/</a:t>
            </a:r>
          </a:p>
        </p:txBody>
      </p:sp>
      <p:sp>
        <p:nvSpPr>
          <p:cNvPr id="14" name="文本框 27"/>
          <p:cNvSpPr txBox="1"/>
          <p:nvPr/>
        </p:nvSpPr>
        <p:spPr>
          <a:xfrm>
            <a:off x="8154204" y="234393"/>
            <a:ext cx="1824355" cy="3003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5" dirty="0">
                <a:solidFill>
                  <a:prstClr val="white"/>
                </a:solidFill>
              </a:rPr>
              <a:t>第一章   Python3概述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>
          <a:xfrm>
            <a:off x="1916114" y="948744"/>
            <a:ext cx="7094537" cy="544391"/>
          </a:xfrm>
        </p:spPr>
        <p:txBody>
          <a:bodyPr/>
          <a:lstStyle/>
          <a:p>
            <a:r>
              <a:rPr lang="en-US" altLang="zh-CN" dirty="0"/>
              <a:t>1.4.1 PyCharm</a:t>
            </a:r>
            <a:r>
              <a:rPr lang="zh-CN" altLang="zh-CN" dirty="0"/>
              <a:t>的安装</a:t>
            </a:r>
          </a:p>
        </p:txBody>
      </p:sp>
      <p:sp>
        <p:nvSpPr>
          <p:cNvPr id="11" name="内容占位符 10"/>
          <p:cNvSpPr>
            <a:spLocks noGrp="1"/>
          </p:cNvSpPr>
          <p:nvPr>
            <p:ph sz="quarter" idx="15"/>
          </p:nvPr>
        </p:nvSpPr>
        <p:spPr>
          <a:xfrm>
            <a:off x="1768803" y="104401"/>
            <a:ext cx="3732213" cy="571500"/>
          </a:xfrm>
        </p:spPr>
        <p:txBody>
          <a:bodyPr/>
          <a:lstStyle/>
          <a:p>
            <a:r>
              <a:rPr lang="en-US" altLang="zh-CN" dirty="0"/>
              <a:t>1.4 </a:t>
            </a:r>
            <a:r>
              <a:rPr lang="zh-CN" altLang="zh-CN" dirty="0"/>
              <a:t>实验</a:t>
            </a:r>
            <a:endParaRPr lang="zh-CN" altLang="en-US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765642" y="1587100"/>
            <a:ext cx="639065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indent="2667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在官方网站下载最新版本的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PyCharm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社区版，如下图：</a:t>
            </a:r>
          </a:p>
        </p:txBody>
      </p:sp>
      <p:pic>
        <p:nvPicPr>
          <p:cNvPr id="3073" name="图片 14" descr="QQ截图2018051908544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5641" y="2055876"/>
            <a:ext cx="5575380" cy="3655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2152651" y="405673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7460447" y="2050398"/>
            <a:ext cx="2780717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" indent="266700" algn="just"/>
            <a:r>
              <a:rPr lang="zh-CN" altLang="zh-CN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下载页面提供了适用于</a:t>
            </a:r>
            <a:r>
              <a:rPr lang="en-US" altLang="zh-CN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Windows</a:t>
            </a:r>
            <a:r>
              <a:rPr lang="zh-CN" altLang="zh-CN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、</a:t>
            </a:r>
            <a:r>
              <a:rPr lang="en-US" altLang="zh-CN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macOS</a:t>
            </a:r>
            <a:r>
              <a:rPr lang="zh-CN" altLang="zh-CN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和</a:t>
            </a:r>
            <a:r>
              <a:rPr lang="en-US" altLang="zh-CN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Linux</a:t>
            </a:r>
            <a:r>
              <a:rPr lang="zh-CN" altLang="zh-CN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等操作系统的各版本</a:t>
            </a:r>
            <a:r>
              <a:rPr lang="en-US" altLang="zh-CN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PyCharm</a:t>
            </a:r>
            <a:r>
              <a:rPr lang="zh-CN" altLang="zh-CN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下载，其中</a:t>
            </a:r>
            <a:r>
              <a:rPr lang="en-US" altLang="zh-CN" kern="100" dirty="0">
                <a:solidFill>
                  <a:srgbClr val="00B0F0"/>
                </a:solidFill>
                <a:latin typeface="+mn-ea"/>
              </a:rPr>
              <a:t>Professional</a:t>
            </a:r>
            <a:r>
              <a:rPr lang="zh-CN" altLang="zh-CN" kern="100" dirty="0">
                <a:solidFill>
                  <a:srgbClr val="00B0F0"/>
                </a:solidFill>
                <a:latin typeface="+mn-ea"/>
              </a:rPr>
              <a:t>（专业版）可供试用</a:t>
            </a:r>
            <a:r>
              <a:rPr lang="zh-CN" altLang="zh-CN" kern="100" dirty="0">
                <a:latin typeface="+mn-ea"/>
              </a:rPr>
              <a:t>，</a:t>
            </a:r>
            <a:r>
              <a:rPr lang="en-US" altLang="zh-CN" kern="100" dirty="0">
                <a:solidFill>
                  <a:srgbClr val="00B0F0"/>
                </a:solidFill>
                <a:latin typeface="+mn-ea"/>
              </a:rPr>
              <a:t>Community</a:t>
            </a:r>
            <a:r>
              <a:rPr lang="zh-CN" altLang="zh-CN" kern="100" dirty="0">
                <a:solidFill>
                  <a:srgbClr val="00B0F0"/>
                </a:solidFill>
                <a:latin typeface="+mn-ea"/>
              </a:rPr>
              <a:t>（社区版）是轻量级（</a:t>
            </a:r>
            <a:r>
              <a:rPr lang="en-US" altLang="zh-CN" kern="100" dirty="0">
                <a:solidFill>
                  <a:srgbClr val="00B0F0"/>
                </a:solidFill>
                <a:latin typeface="+mn-ea"/>
              </a:rPr>
              <a:t>Lightweight</a:t>
            </a:r>
            <a:r>
              <a:rPr lang="zh-CN" altLang="zh-CN" kern="100" dirty="0">
                <a:solidFill>
                  <a:srgbClr val="00B0F0"/>
                </a:solidFill>
                <a:latin typeface="+mn-ea"/>
              </a:rPr>
              <a:t>）的免费版</a:t>
            </a:r>
            <a:r>
              <a:rPr lang="zh-CN" altLang="zh-CN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，这里点击</a:t>
            </a:r>
            <a:r>
              <a:rPr lang="en-US" altLang="zh-CN" kern="100" dirty="0">
                <a:solidFill>
                  <a:srgbClr val="00B0F0"/>
                </a:solidFill>
                <a:latin typeface="+mn-ea"/>
              </a:rPr>
              <a:t>Community</a:t>
            </a:r>
            <a:r>
              <a:rPr lang="zh-CN" altLang="zh-CN" kern="100" dirty="0">
                <a:solidFill>
                  <a:srgbClr val="00B0F0"/>
                </a:solidFill>
                <a:latin typeface="+mn-ea"/>
              </a:rPr>
              <a:t>（社区版）</a:t>
            </a:r>
            <a:r>
              <a:rPr lang="zh-CN" altLang="zh-CN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下的</a:t>
            </a:r>
            <a:r>
              <a:rPr lang="en-US" altLang="zh-CN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DOWNLOAD</a:t>
            </a:r>
            <a:r>
              <a:rPr lang="zh-CN" altLang="zh-CN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下载该版本。</a:t>
            </a:r>
          </a:p>
        </p:txBody>
      </p:sp>
      <p:sp>
        <p:nvSpPr>
          <p:cNvPr id="14" name="文本框 27"/>
          <p:cNvSpPr txBox="1"/>
          <p:nvPr/>
        </p:nvSpPr>
        <p:spPr>
          <a:xfrm>
            <a:off x="8154204" y="234393"/>
            <a:ext cx="1824355" cy="3003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5" dirty="0">
                <a:solidFill>
                  <a:prstClr val="white"/>
                </a:solidFill>
              </a:rPr>
              <a:t>第一章   Python3概述</a:t>
            </a: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>
          <a:xfrm>
            <a:off x="1916114" y="948744"/>
            <a:ext cx="7094537" cy="544391"/>
          </a:xfrm>
        </p:spPr>
        <p:txBody>
          <a:bodyPr/>
          <a:lstStyle/>
          <a:p>
            <a:r>
              <a:rPr lang="en-US" altLang="zh-CN" dirty="0"/>
              <a:t>1.4.1 PyCharm</a:t>
            </a:r>
            <a:r>
              <a:rPr lang="zh-CN" altLang="zh-CN" dirty="0"/>
              <a:t>的安装</a:t>
            </a:r>
          </a:p>
        </p:txBody>
      </p:sp>
      <p:sp>
        <p:nvSpPr>
          <p:cNvPr id="11" name="内容占位符 10"/>
          <p:cNvSpPr>
            <a:spLocks noGrp="1"/>
          </p:cNvSpPr>
          <p:nvPr>
            <p:ph sz="quarter" idx="15"/>
          </p:nvPr>
        </p:nvSpPr>
        <p:spPr>
          <a:xfrm>
            <a:off x="1768803" y="104401"/>
            <a:ext cx="3732213" cy="571500"/>
          </a:xfrm>
        </p:spPr>
        <p:txBody>
          <a:bodyPr/>
          <a:lstStyle/>
          <a:p>
            <a:r>
              <a:rPr lang="en-US" altLang="zh-CN" dirty="0"/>
              <a:t>1.4 </a:t>
            </a:r>
            <a:r>
              <a:rPr lang="zh-CN" altLang="zh-CN" dirty="0"/>
              <a:t>实验</a:t>
            </a:r>
            <a:endParaRPr lang="zh-CN" altLang="en-US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068010" y="1538092"/>
            <a:ext cx="522814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indent="2667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下载完成后双击进入安装向导，如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下</a:t>
            </a:r>
            <a:r>
              <a:rPr lang="zh-CN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图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所示：</a:t>
            </a:r>
            <a:endParaRPr lang="zh-CN" altLang="en-US" dirty="0">
              <a:latin typeface="+mn-ea"/>
            </a:endParaRPr>
          </a:p>
          <a:p>
            <a:pPr indent="2667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latin typeface="+mn-ea"/>
            </a:endParaRPr>
          </a:p>
        </p:txBody>
      </p:sp>
      <p:pic>
        <p:nvPicPr>
          <p:cNvPr id="4097" name="图片 15" descr="捕获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1434" y="2101994"/>
            <a:ext cx="4999117" cy="3870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2152650" y="4062820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4" name="文本框 27"/>
          <p:cNvSpPr txBox="1"/>
          <p:nvPr/>
        </p:nvSpPr>
        <p:spPr>
          <a:xfrm>
            <a:off x="8154204" y="234393"/>
            <a:ext cx="1824355" cy="3003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5" dirty="0">
                <a:solidFill>
                  <a:prstClr val="white"/>
                </a:solidFill>
              </a:rPr>
              <a:t>第一章   Python3概述</a:t>
            </a: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>
          <a:xfrm>
            <a:off x="1916114" y="948744"/>
            <a:ext cx="7094537" cy="544391"/>
          </a:xfrm>
        </p:spPr>
        <p:txBody>
          <a:bodyPr/>
          <a:lstStyle/>
          <a:p>
            <a:r>
              <a:rPr lang="en-US" altLang="zh-CN" dirty="0"/>
              <a:t>1.4.1 PyCharm</a:t>
            </a:r>
            <a:r>
              <a:rPr lang="zh-CN" altLang="zh-CN" dirty="0"/>
              <a:t>的安装</a:t>
            </a:r>
          </a:p>
        </p:txBody>
      </p:sp>
      <p:sp>
        <p:nvSpPr>
          <p:cNvPr id="11" name="内容占位符 10"/>
          <p:cNvSpPr>
            <a:spLocks noGrp="1"/>
          </p:cNvSpPr>
          <p:nvPr>
            <p:ph sz="quarter" idx="15"/>
          </p:nvPr>
        </p:nvSpPr>
        <p:spPr>
          <a:xfrm>
            <a:off x="1768803" y="104401"/>
            <a:ext cx="3732213" cy="571500"/>
          </a:xfrm>
        </p:spPr>
        <p:txBody>
          <a:bodyPr/>
          <a:lstStyle/>
          <a:p>
            <a:r>
              <a:rPr lang="en-US" altLang="zh-CN" dirty="0"/>
              <a:t>1.4 </a:t>
            </a:r>
            <a:r>
              <a:rPr lang="zh-CN" altLang="zh-CN" dirty="0"/>
              <a:t>实验</a:t>
            </a:r>
            <a:endParaRPr lang="zh-CN" altLang="en-US" dirty="0"/>
          </a:p>
        </p:txBody>
      </p:sp>
      <p:pic>
        <p:nvPicPr>
          <p:cNvPr id="5" name="图片 4" descr="捕获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6113" y="1377661"/>
            <a:ext cx="4064140" cy="3668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内容占位符 5" descr="捕获2"/>
          <p:cNvPicPr>
            <a:picLocks noGrp="1"/>
          </p:cNvPicPr>
          <p:nvPr>
            <p:ph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0254" y="1377661"/>
            <a:ext cx="4456251" cy="3668901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文本框 27"/>
          <p:cNvSpPr txBox="1"/>
          <p:nvPr/>
        </p:nvSpPr>
        <p:spPr>
          <a:xfrm>
            <a:off x="8154204" y="234393"/>
            <a:ext cx="1824355" cy="3003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5" dirty="0">
                <a:solidFill>
                  <a:prstClr val="white"/>
                </a:solidFill>
              </a:rPr>
              <a:t>第一章   Python3概述</a:t>
            </a: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>
          <a:xfrm>
            <a:off x="1916114" y="948744"/>
            <a:ext cx="7094537" cy="544391"/>
          </a:xfrm>
        </p:spPr>
        <p:txBody>
          <a:bodyPr/>
          <a:lstStyle/>
          <a:p>
            <a:r>
              <a:rPr lang="en-US" altLang="zh-CN" dirty="0"/>
              <a:t>1.4.1 PyCharm</a:t>
            </a:r>
            <a:r>
              <a:rPr lang="zh-CN" altLang="zh-CN" dirty="0"/>
              <a:t>的安装</a:t>
            </a:r>
          </a:p>
        </p:txBody>
      </p:sp>
      <p:sp>
        <p:nvSpPr>
          <p:cNvPr id="10" name="内容占位符 9"/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pPr indent="457200">
              <a:lnSpc>
                <a:spcPct val="100000"/>
              </a:lnSpc>
            </a:pPr>
            <a:endParaRPr lang="zh-CN" altLang="en-US" sz="1800" dirty="0">
              <a:latin typeface="+mn-ea"/>
            </a:endParaRPr>
          </a:p>
        </p:txBody>
      </p:sp>
      <p:sp>
        <p:nvSpPr>
          <p:cNvPr id="11" name="内容占位符 10"/>
          <p:cNvSpPr>
            <a:spLocks noGrp="1"/>
          </p:cNvSpPr>
          <p:nvPr>
            <p:ph sz="quarter" idx="15"/>
          </p:nvPr>
        </p:nvSpPr>
        <p:spPr>
          <a:xfrm>
            <a:off x="1768803" y="104401"/>
            <a:ext cx="3732213" cy="571500"/>
          </a:xfrm>
        </p:spPr>
        <p:txBody>
          <a:bodyPr/>
          <a:lstStyle/>
          <a:p>
            <a:r>
              <a:rPr lang="en-US" altLang="zh-CN" dirty="0"/>
              <a:t>1.4 </a:t>
            </a:r>
            <a:r>
              <a:rPr lang="zh-CN" altLang="zh-CN" dirty="0"/>
              <a:t>实验</a:t>
            </a:r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6723204" y="2157133"/>
            <a:ext cx="306512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" indent="266700" algn="just"/>
            <a:r>
              <a:rPr lang="zh-CN" altLang="zh-CN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安装完成，勾选</a:t>
            </a:r>
            <a:r>
              <a:rPr lang="en-US" altLang="zh-CN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Run PyCharm Community Edition</a:t>
            </a:r>
            <a:r>
              <a:rPr lang="zh-CN" altLang="zh-CN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（运行</a:t>
            </a:r>
            <a:r>
              <a:rPr lang="en-US" altLang="zh-CN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PyCharm</a:t>
            </a:r>
            <a:r>
              <a:rPr lang="zh-CN" altLang="zh-CN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），然后点击</a:t>
            </a:r>
            <a:r>
              <a:rPr lang="en-US" altLang="zh-CN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Finish</a:t>
            </a:r>
            <a:r>
              <a:rPr lang="zh-CN" altLang="zh-CN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完成安装，如</a:t>
            </a:r>
            <a:r>
              <a:rPr lang="zh-CN" altLang="en-US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左</a:t>
            </a:r>
            <a:r>
              <a:rPr lang="zh-CN" altLang="zh-CN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图所示：</a:t>
            </a:r>
          </a:p>
        </p:txBody>
      </p:sp>
      <p:pic>
        <p:nvPicPr>
          <p:cNvPr id="6" name="图片 5" descr="捕获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0740" y="1720919"/>
            <a:ext cx="4993291" cy="3416163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文本框 27"/>
          <p:cNvSpPr txBox="1"/>
          <p:nvPr/>
        </p:nvSpPr>
        <p:spPr>
          <a:xfrm>
            <a:off x="8154204" y="234393"/>
            <a:ext cx="1824355" cy="3003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5" dirty="0">
                <a:solidFill>
                  <a:prstClr val="white"/>
                </a:solidFill>
              </a:rPr>
              <a:t>第一章   Python3概述</a:t>
            </a: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>
          <a:xfrm>
            <a:off x="1916114" y="948744"/>
            <a:ext cx="7094537" cy="544391"/>
          </a:xfrm>
        </p:spPr>
        <p:txBody>
          <a:bodyPr/>
          <a:lstStyle/>
          <a:p>
            <a:r>
              <a:rPr lang="en-US" altLang="zh-CN" dirty="0"/>
              <a:t>1.4.1 PyCharm</a:t>
            </a:r>
            <a:r>
              <a:rPr lang="zh-CN" altLang="zh-CN" dirty="0"/>
              <a:t>的安装</a:t>
            </a:r>
          </a:p>
        </p:txBody>
      </p:sp>
      <p:sp>
        <p:nvSpPr>
          <p:cNvPr id="10" name="内容占位符 9"/>
          <p:cNvSpPr>
            <a:spLocks noGrp="1"/>
          </p:cNvSpPr>
          <p:nvPr>
            <p:ph sz="quarter" idx="14"/>
          </p:nvPr>
        </p:nvSpPr>
        <p:spPr>
          <a:xfrm>
            <a:off x="1916114" y="1446835"/>
            <a:ext cx="7999533" cy="2702488"/>
          </a:xfrm>
        </p:spPr>
        <p:txBody>
          <a:bodyPr>
            <a:noAutofit/>
          </a:bodyPr>
          <a:lstStyle/>
          <a:p>
            <a:pPr indent="457200">
              <a:lnSpc>
                <a:spcPct val="100000"/>
              </a:lnSpc>
            </a:pPr>
            <a:r>
              <a:rPr lang="zh-CN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点击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Finish</a:t>
            </a:r>
            <a:r>
              <a:rPr lang="zh-CN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后，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PyCharm</a:t>
            </a:r>
            <a:r>
              <a:rPr lang="zh-CN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开始运行，首次运行需要进行简单配置，界面上的选项如下：</a:t>
            </a:r>
          </a:p>
          <a:p>
            <a:pPr indent="457200">
              <a:lnSpc>
                <a:spcPct val="100000"/>
              </a:lnSpc>
            </a:pP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Import PyCharm settings from</a:t>
            </a:r>
            <a:r>
              <a:rPr lang="zh-CN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：导入已存在的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PyCharm</a:t>
            </a:r>
            <a:r>
              <a:rPr lang="zh-CN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设置</a:t>
            </a:r>
          </a:p>
          <a:p>
            <a:pPr indent="457200">
              <a:lnSpc>
                <a:spcPct val="100000"/>
              </a:lnSpc>
            </a:pP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Custom location, Config folder or installation home of the previous version</a:t>
            </a:r>
            <a:r>
              <a:rPr lang="zh-CN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：自定义位置，配置文件的目录或上一版本的安装目录</a:t>
            </a:r>
          </a:p>
          <a:p>
            <a:pPr indent="457200">
              <a:lnSpc>
                <a:spcPct val="100000"/>
              </a:lnSpc>
            </a:pP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Do not import settings</a:t>
            </a:r>
            <a:r>
              <a:rPr lang="zh-CN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：不导入任何设置</a:t>
            </a:r>
          </a:p>
          <a:p>
            <a:pPr indent="457200">
              <a:lnSpc>
                <a:spcPct val="100000"/>
              </a:lnSpc>
            </a:pPr>
            <a:r>
              <a:rPr lang="zh-CN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由于是全新安装，本地暂无其他任何可导入的配置，这里选择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Do not import settings</a:t>
            </a:r>
            <a:r>
              <a:rPr lang="zh-CN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即可，然后点击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OK</a:t>
            </a:r>
            <a:r>
              <a:rPr lang="zh-CN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。如图所示：</a:t>
            </a:r>
          </a:p>
          <a:p>
            <a:pPr indent="457200">
              <a:lnSpc>
                <a:spcPct val="100000"/>
              </a:lnSpc>
            </a:pPr>
            <a:endParaRPr lang="zh-CN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1" name="内容占位符 10"/>
          <p:cNvSpPr>
            <a:spLocks noGrp="1"/>
          </p:cNvSpPr>
          <p:nvPr>
            <p:ph sz="quarter" idx="15"/>
          </p:nvPr>
        </p:nvSpPr>
        <p:spPr>
          <a:xfrm>
            <a:off x="1768803" y="104401"/>
            <a:ext cx="3732213" cy="571500"/>
          </a:xfrm>
        </p:spPr>
        <p:txBody>
          <a:bodyPr/>
          <a:lstStyle/>
          <a:p>
            <a:r>
              <a:rPr lang="en-US" altLang="zh-CN" dirty="0"/>
              <a:t>1.4 </a:t>
            </a:r>
            <a:r>
              <a:rPr lang="zh-CN" altLang="zh-CN" dirty="0"/>
              <a:t>实验</a:t>
            </a:r>
            <a:endParaRPr lang="zh-CN" altLang="en-US" dirty="0"/>
          </a:p>
        </p:txBody>
      </p:sp>
      <p:pic>
        <p:nvPicPr>
          <p:cNvPr id="5" name="图片 4" descr="捕获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214" y="4281024"/>
            <a:ext cx="4913252" cy="237281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文本框 27"/>
          <p:cNvSpPr txBox="1"/>
          <p:nvPr/>
        </p:nvSpPr>
        <p:spPr>
          <a:xfrm>
            <a:off x="8154204" y="234393"/>
            <a:ext cx="1824355" cy="3003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5" dirty="0">
                <a:solidFill>
                  <a:prstClr val="white"/>
                </a:solidFill>
              </a:rPr>
              <a:t>第一章   Python3概述</a:t>
            </a: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>
          <a:xfrm>
            <a:off x="1916114" y="948744"/>
            <a:ext cx="7094537" cy="544391"/>
          </a:xfrm>
        </p:spPr>
        <p:txBody>
          <a:bodyPr/>
          <a:lstStyle/>
          <a:p>
            <a:r>
              <a:rPr lang="en-US" altLang="zh-CN" dirty="0"/>
              <a:t>1.4.1 PyCharm</a:t>
            </a:r>
            <a:r>
              <a:rPr lang="zh-CN" altLang="zh-CN" dirty="0"/>
              <a:t>的安装</a:t>
            </a:r>
          </a:p>
        </p:txBody>
      </p:sp>
      <p:sp>
        <p:nvSpPr>
          <p:cNvPr id="11" name="内容占位符 10"/>
          <p:cNvSpPr>
            <a:spLocks noGrp="1"/>
          </p:cNvSpPr>
          <p:nvPr>
            <p:ph sz="quarter" idx="15"/>
          </p:nvPr>
        </p:nvSpPr>
        <p:spPr>
          <a:xfrm>
            <a:off x="1768803" y="104401"/>
            <a:ext cx="3732213" cy="571500"/>
          </a:xfrm>
        </p:spPr>
        <p:txBody>
          <a:bodyPr/>
          <a:lstStyle/>
          <a:p>
            <a:r>
              <a:rPr lang="en-US" altLang="zh-CN" dirty="0"/>
              <a:t>1.4 </a:t>
            </a:r>
            <a:r>
              <a:rPr lang="zh-CN" altLang="zh-CN" dirty="0"/>
              <a:t>实验</a:t>
            </a:r>
            <a:endParaRPr lang="zh-CN" altLang="en-US" dirty="0"/>
          </a:p>
        </p:txBody>
      </p:sp>
      <p:pic>
        <p:nvPicPr>
          <p:cNvPr id="5" name="内容占位符 4" descr="捕获10"/>
          <p:cNvPicPr>
            <a:picLocks noGrp="1"/>
          </p:cNvPicPr>
          <p:nvPr>
            <p:ph sz="quarter" idx="14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4299" y="1493135"/>
            <a:ext cx="4040565" cy="2854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图片 5" descr="捕获11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037688"/>
            <a:ext cx="4206212" cy="297536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矩形 1"/>
          <p:cNvSpPr/>
          <p:nvPr/>
        </p:nvSpPr>
        <p:spPr>
          <a:xfrm>
            <a:off x="5884864" y="1711412"/>
            <a:ext cx="4462839" cy="12054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同意用户协议之后，</a:t>
            </a:r>
            <a:r>
              <a:rPr lang="zh-CN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进入到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PyCharm</a:t>
            </a:r>
            <a:r>
              <a:rPr lang="zh-CN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启动界面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，如左图，</a:t>
            </a:r>
            <a:r>
              <a:rPr lang="zh-CN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完成启动加载过后进入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PyCharm</a:t>
            </a:r>
            <a:r>
              <a:rPr lang="zh-CN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欢迎界面，就完成了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PyCharm</a:t>
            </a:r>
            <a:r>
              <a:rPr lang="zh-CN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的首次安装和相关配置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，如下图。</a:t>
            </a:r>
          </a:p>
        </p:txBody>
      </p:sp>
      <p:sp>
        <p:nvSpPr>
          <p:cNvPr id="14" name="文本框 27"/>
          <p:cNvSpPr txBox="1"/>
          <p:nvPr/>
        </p:nvSpPr>
        <p:spPr>
          <a:xfrm>
            <a:off x="8154204" y="234393"/>
            <a:ext cx="1824355" cy="3003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5" dirty="0">
                <a:solidFill>
                  <a:prstClr val="white"/>
                </a:solidFill>
              </a:rPr>
              <a:t>第一章   Python3概述</a:t>
            </a: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1.4.2 </a:t>
            </a:r>
            <a:r>
              <a:rPr lang="zh-CN" altLang="zh-CN" dirty="0"/>
              <a:t>实例：节日贺卡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15"/>
          </p:nvPr>
        </p:nvSpPr>
        <p:spPr>
          <a:xfrm>
            <a:off x="1768803" y="104401"/>
            <a:ext cx="3732213" cy="571500"/>
          </a:xfrm>
        </p:spPr>
        <p:txBody>
          <a:bodyPr/>
          <a:lstStyle/>
          <a:p>
            <a:r>
              <a:rPr lang="en-US" altLang="zh-CN" dirty="0"/>
              <a:t>1.4 </a:t>
            </a:r>
            <a:r>
              <a:rPr lang="zh-CN" altLang="zh-CN" dirty="0"/>
              <a:t>实验</a:t>
            </a:r>
            <a:endParaRPr lang="zh-CN" altLang="en-US" dirty="0"/>
          </a:p>
        </p:txBody>
      </p:sp>
      <p:pic>
        <p:nvPicPr>
          <p:cNvPr id="5" name="图片 4" descr="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8875" y="1758825"/>
            <a:ext cx="5545504" cy="373914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1741127" y="2141317"/>
            <a:ext cx="27344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新建项目，开始节日贺卡的项目编程。</a:t>
            </a:r>
          </a:p>
        </p:txBody>
      </p:sp>
      <p:pic>
        <p:nvPicPr>
          <p:cNvPr id="7" name="图片 6" descr="000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374"/>
          <a:stretch>
            <a:fillRect/>
          </a:stretch>
        </p:blipFill>
        <p:spPr bwMode="auto">
          <a:xfrm>
            <a:off x="1741126" y="3343579"/>
            <a:ext cx="3984484" cy="2154394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文本框 27"/>
          <p:cNvSpPr txBox="1"/>
          <p:nvPr/>
        </p:nvSpPr>
        <p:spPr>
          <a:xfrm>
            <a:off x="8154204" y="234393"/>
            <a:ext cx="1824355" cy="3003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5" dirty="0">
                <a:solidFill>
                  <a:prstClr val="white"/>
                </a:solidFill>
              </a:rPr>
              <a:t>第一章   Python3概述</a:t>
            </a: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1.4.2 </a:t>
            </a:r>
            <a:r>
              <a:rPr lang="zh-CN" altLang="zh-CN" dirty="0"/>
              <a:t>实例：节日贺卡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15"/>
          </p:nvPr>
        </p:nvSpPr>
        <p:spPr>
          <a:xfrm>
            <a:off x="1768803" y="104401"/>
            <a:ext cx="3732213" cy="571500"/>
          </a:xfrm>
        </p:spPr>
        <p:txBody>
          <a:bodyPr/>
          <a:lstStyle/>
          <a:p>
            <a:r>
              <a:rPr lang="en-US" altLang="zh-CN" dirty="0"/>
              <a:t>1.4 </a:t>
            </a:r>
            <a:r>
              <a:rPr lang="zh-CN" altLang="zh-CN" dirty="0"/>
              <a:t>实验</a:t>
            </a:r>
            <a:endParaRPr lang="zh-CN" altLang="en-US" dirty="0"/>
          </a:p>
        </p:txBody>
      </p:sp>
      <p:pic>
        <p:nvPicPr>
          <p:cNvPr id="5" name="内容占位符 4" descr="0002"/>
          <p:cNvPicPr>
            <a:picLocks noGrp="1"/>
          </p:cNvPicPr>
          <p:nvPr>
            <p:ph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4296" y="2037525"/>
            <a:ext cx="62769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矩形 5"/>
          <p:cNvSpPr/>
          <p:nvPr/>
        </p:nvSpPr>
        <p:spPr>
          <a:xfrm>
            <a:off x="1916113" y="1493134"/>
            <a:ext cx="89352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在</a:t>
            </a:r>
            <a:r>
              <a:rPr lang="en-US" altLang="zh-CN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PyCharm</a:t>
            </a:r>
            <a:r>
              <a:rPr lang="zh-CN" altLang="zh-CN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中编写</a:t>
            </a:r>
            <a:r>
              <a:rPr lang="en-US" altLang="zh-CN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Python</a:t>
            </a:r>
            <a:r>
              <a:rPr lang="zh-CN" altLang="zh-CN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程序。在编写时，要注意添加注释，并注意程序内的缩进</a:t>
            </a:r>
            <a:r>
              <a:rPr lang="zh-CN" altLang="en-US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4" name="文本框 27"/>
          <p:cNvSpPr txBox="1"/>
          <p:nvPr/>
        </p:nvSpPr>
        <p:spPr>
          <a:xfrm>
            <a:off x="8154204" y="234393"/>
            <a:ext cx="1824355" cy="3003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5" dirty="0">
                <a:solidFill>
                  <a:prstClr val="white"/>
                </a:solidFill>
              </a:rPr>
              <a:t>第一章   Python3概述</a:t>
            </a: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1.4.2 </a:t>
            </a:r>
            <a:r>
              <a:rPr lang="zh-CN" altLang="zh-CN" dirty="0"/>
              <a:t>实例：节日贺卡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15"/>
          </p:nvPr>
        </p:nvSpPr>
        <p:spPr>
          <a:xfrm>
            <a:off x="1768803" y="104401"/>
            <a:ext cx="3732213" cy="571500"/>
          </a:xfrm>
        </p:spPr>
        <p:txBody>
          <a:bodyPr/>
          <a:lstStyle/>
          <a:p>
            <a:r>
              <a:rPr lang="en-US" altLang="zh-CN" dirty="0"/>
              <a:t>1.4 </a:t>
            </a:r>
            <a:r>
              <a:rPr lang="zh-CN" altLang="zh-CN" dirty="0"/>
              <a:t>实验</a:t>
            </a:r>
            <a:endParaRPr lang="zh-CN" altLang="en-US" dirty="0"/>
          </a:p>
        </p:txBody>
      </p:sp>
      <p:pic>
        <p:nvPicPr>
          <p:cNvPr id="5" name="内容占位符 4" descr="0003"/>
          <p:cNvPicPr>
            <a:picLocks noGrp="1"/>
          </p:cNvPicPr>
          <p:nvPr>
            <p:ph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4282" y="2476117"/>
            <a:ext cx="4652560" cy="301594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矩形 5"/>
          <p:cNvSpPr/>
          <p:nvPr/>
        </p:nvSpPr>
        <p:spPr>
          <a:xfrm>
            <a:off x="3047166" y="1638804"/>
            <a:ext cx="54563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/>
            <a:r>
              <a:rPr lang="zh-CN" altLang="zh-CN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点击该窗口右上角的绿色三角形按钮，或按下键盘上</a:t>
            </a:r>
            <a:r>
              <a:rPr lang="en-US" altLang="zh-CN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SHIFT+F10</a:t>
            </a:r>
            <a:r>
              <a:rPr lang="zh-CN" altLang="zh-CN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运行程序，运行结果</a:t>
            </a:r>
            <a:r>
              <a:rPr lang="zh-CN" altLang="en-US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如下。</a:t>
            </a:r>
          </a:p>
        </p:txBody>
      </p:sp>
      <p:sp>
        <p:nvSpPr>
          <p:cNvPr id="14" name="文本框 27"/>
          <p:cNvSpPr txBox="1"/>
          <p:nvPr/>
        </p:nvSpPr>
        <p:spPr>
          <a:xfrm>
            <a:off x="8154204" y="234393"/>
            <a:ext cx="1824355" cy="3003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5" dirty="0">
                <a:solidFill>
                  <a:prstClr val="white"/>
                </a:solidFill>
              </a:rPr>
              <a:t>第一章   Python3概述</a:t>
            </a: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1.4.3 </a:t>
            </a:r>
            <a:r>
              <a:rPr lang="zh-CN" altLang="zh-CN" dirty="0"/>
              <a:t>程序剖析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pPr indent="457200">
              <a:lnSpc>
                <a:spcPct val="100000"/>
              </a:lnSpc>
            </a:pPr>
            <a:r>
              <a:rPr lang="zh-CN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在该程序文件的开头编写了注释，简单说明了我们编写的这个程序要实现的功能、编写者和编写时间等，便于今后对这个程序的后续修改和维护。</a:t>
            </a:r>
          </a:p>
          <a:p>
            <a:pPr indent="457200">
              <a:lnSpc>
                <a:spcPct val="100000"/>
              </a:lnSpc>
            </a:pPr>
            <a:r>
              <a:rPr lang="zh-CN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然后，定义了三个变量：</a:t>
            </a:r>
            <a:r>
              <a:rPr lang="en-US" altLang="zh-CN" sz="1800" dirty="0">
                <a:solidFill>
                  <a:srgbClr val="00B0F0"/>
                </a:solidFill>
                <a:latin typeface="+mn-ea"/>
              </a:rPr>
              <a:t>holiday</a:t>
            </a:r>
            <a:r>
              <a:rPr lang="zh-CN" altLang="zh-CN" sz="1800" dirty="0">
                <a:solidFill>
                  <a:srgbClr val="00B0F0"/>
                </a:solidFill>
                <a:latin typeface="+mn-ea"/>
              </a:rPr>
              <a:t>、</a:t>
            </a:r>
            <a:r>
              <a:rPr lang="en-US" altLang="zh-CN" sz="1800" dirty="0" err="1">
                <a:solidFill>
                  <a:srgbClr val="00B0F0"/>
                </a:solidFill>
                <a:latin typeface="+mn-ea"/>
              </a:rPr>
              <a:t>To_name</a:t>
            </a:r>
            <a:r>
              <a:rPr lang="zh-CN" altLang="zh-CN" sz="1800" dirty="0">
                <a:solidFill>
                  <a:srgbClr val="00B0F0"/>
                </a:solidFill>
                <a:latin typeface="+mn-ea"/>
              </a:rPr>
              <a:t>和</a:t>
            </a:r>
            <a:r>
              <a:rPr lang="en-US" altLang="zh-CN" sz="1800" dirty="0" err="1">
                <a:solidFill>
                  <a:srgbClr val="00B0F0"/>
                </a:solidFill>
                <a:latin typeface="+mn-ea"/>
              </a:rPr>
              <a:t>Fr_name</a:t>
            </a:r>
            <a:r>
              <a:rPr lang="zh-CN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，且使用</a:t>
            </a:r>
            <a:r>
              <a:rPr lang="en-US" altLang="zh-CN" sz="1800" dirty="0">
                <a:solidFill>
                  <a:srgbClr val="00B0F0"/>
                </a:solidFill>
                <a:latin typeface="+mn-ea"/>
              </a:rPr>
              <a:t>input()</a:t>
            </a:r>
            <a:r>
              <a:rPr lang="zh-CN" altLang="zh-CN" sz="1800" dirty="0">
                <a:solidFill>
                  <a:srgbClr val="00B0F0"/>
                </a:solidFill>
                <a:latin typeface="+mn-ea"/>
              </a:rPr>
              <a:t>函数</a:t>
            </a:r>
            <a:r>
              <a:rPr lang="zh-CN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接收键盘输入的字符，为它们赋值。最后，使用</a:t>
            </a:r>
            <a:r>
              <a:rPr lang="en-US" altLang="zh-CN" sz="1800" dirty="0">
                <a:solidFill>
                  <a:srgbClr val="00B0F0"/>
                </a:solidFill>
                <a:latin typeface="+mn-ea"/>
              </a:rPr>
              <a:t>print()</a:t>
            </a:r>
            <a:r>
              <a:rPr lang="zh-CN" altLang="zh-CN" sz="1800" dirty="0">
                <a:solidFill>
                  <a:srgbClr val="00B0F0"/>
                </a:solidFill>
                <a:latin typeface="+mn-ea"/>
              </a:rPr>
              <a:t>函数</a:t>
            </a:r>
            <a:r>
              <a:rPr lang="zh-CN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输出贺卡内容，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print()</a:t>
            </a:r>
            <a:r>
              <a:rPr lang="zh-CN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没有参数时输出空行。</a:t>
            </a:r>
          </a:p>
          <a:p>
            <a:pPr indent="457200">
              <a:lnSpc>
                <a:spcPct val="100000"/>
              </a:lnSpc>
            </a:pPr>
            <a:r>
              <a:rPr lang="zh-CN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在每个代码行后面，我们使用了</a:t>
            </a:r>
            <a:r>
              <a:rPr lang="zh-CN" altLang="zh-CN" sz="1800" dirty="0">
                <a:solidFill>
                  <a:srgbClr val="00B0F0"/>
                </a:solidFill>
                <a:latin typeface="+mn-ea"/>
              </a:rPr>
              <a:t>“</a:t>
            </a:r>
            <a:r>
              <a:rPr lang="en-US" altLang="zh-CN" sz="1800" dirty="0">
                <a:solidFill>
                  <a:srgbClr val="00B0F0"/>
                </a:solidFill>
                <a:latin typeface="+mn-ea"/>
              </a:rPr>
              <a:t>#</a:t>
            </a:r>
            <a:r>
              <a:rPr lang="zh-CN" altLang="zh-CN" sz="1800" dirty="0">
                <a:solidFill>
                  <a:srgbClr val="00B0F0"/>
                </a:solidFill>
                <a:latin typeface="+mn-ea"/>
              </a:rPr>
              <a:t>”添加注释</a:t>
            </a:r>
            <a:r>
              <a:rPr lang="zh-CN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，是为了便于大家的阅读和理解，不过实际项目中可能不需要在每行都添加注释。</a:t>
            </a:r>
            <a:endParaRPr lang="zh-CN" altLang="zh-CN" sz="1800" dirty="0">
              <a:latin typeface="+mn-ea"/>
            </a:endParaRPr>
          </a:p>
          <a:p>
            <a:pPr indent="457200">
              <a:lnSpc>
                <a:spcPct val="100000"/>
              </a:lnSpc>
            </a:pPr>
            <a:endParaRPr lang="zh-CN" altLang="en-US" sz="1800" dirty="0">
              <a:latin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quarter" idx="15"/>
          </p:nvPr>
        </p:nvSpPr>
        <p:spPr>
          <a:xfrm>
            <a:off x="1768803" y="104401"/>
            <a:ext cx="3732213" cy="571500"/>
          </a:xfrm>
        </p:spPr>
        <p:txBody>
          <a:bodyPr/>
          <a:lstStyle/>
          <a:p>
            <a:r>
              <a:rPr lang="en-US" altLang="zh-CN" dirty="0"/>
              <a:t>1.4 </a:t>
            </a:r>
            <a:r>
              <a:rPr lang="zh-CN" altLang="zh-CN" dirty="0"/>
              <a:t>实验</a:t>
            </a:r>
            <a:endParaRPr lang="zh-CN" altLang="en-US" dirty="0"/>
          </a:p>
        </p:txBody>
      </p:sp>
      <p:sp>
        <p:nvSpPr>
          <p:cNvPr id="14" name="文本框 27"/>
          <p:cNvSpPr txBox="1"/>
          <p:nvPr/>
        </p:nvSpPr>
        <p:spPr>
          <a:xfrm>
            <a:off x="8154204" y="234393"/>
            <a:ext cx="1824355" cy="3003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5" dirty="0">
                <a:solidFill>
                  <a:prstClr val="white"/>
                </a:solidFill>
              </a:rPr>
              <a:t>第一章   Python3概述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1392</Words>
  <Application>Microsoft Office PowerPoint</Application>
  <PresentationFormat>宽屏</PresentationFormat>
  <Paragraphs>110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6" baseType="lpstr">
      <vt:lpstr>等线</vt:lpstr>
      <vt:lpstr>等线 Light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Pycharm下载 </dc:title>
  <dc:creator>DELL</dc:creator>
  <cp:lastModifiedBy>DELL</cp:lastModifiedBy>
  <cp:revision>2</cp:revision>
  <dcterms:created xsi:type="dcterms:W3CDTF">2024-12-30T00:51:24Z</dcterms:created>
  <dcterms:modified xsi:type="dcterms:W3CDTF">2024-12-30T02:31:34Z</dcterms:modified>
</cp:coreProperties>
</file>